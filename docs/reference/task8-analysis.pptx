
<file path=[Content_Types].xml><?xml version="1.0" encoding="utf-8"?>
<Types xmlns="http://schemas.openxmlformats.org/package/2006/content-types">
  <Default Extension="png" ContentType="image/png"/>
  <Default Extension="jpeg" ContentType="image/jpeg"/>
  <Default Extension="JPG" ContentType="image/.jpg"/>
  <Default Extension="wdp" ContentType="image/vnd.ms-photo"/>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p:sldMasterIdLst>
    <p:sldMasterId id="2147483648" r:id="rId1"/>
  </p:sldMasterIdLst>
  <p:notesMasterIdLst>
    <p:notesMasterId r:id="rId20"/>
  </p:notesMasterIdLst>
  <p:sldIdLst>
    <p:sldId id="256" r:id="rId3"/>
    <p:sldId id="2848" r:id="rId4"/>
    <p:sldId id="2849" r:id="rId5"/>
    <p:sldId id="2877" r:id="rId6"/>
    <p:sldId id="2880" r:id="rId7"/>
    <p:sldId id="2882" r:id="rId8"/>
    <p:sldId id="2881" r:id="rId9"/>
    <p:sldId id="2883" r:id="rId10"/>
    <p:sldId id="2884" r:id="rId11"/>
    <p:sldId id="2879" r:id="rId12"/>
    <p:sldId id="2878" r:id="rId13"/>
    <p:sldId id="2885" r:id="rId14"/>
    <p:sldId id="2888" r:id="rId15"/>
    <p:sldId id="2889" r:id="rId16"/>
    <p:sldId id="2886" r:id="rId17"/>
    <p:sldId id="2887" r:id="rId18"/>
    <p:sldId id="1364" r:id="rId19"/>
  </p:sldIdLst>
  <p:sldSz cx="12192000" cy="6858000"/>
  <p:notesSz cx="6858000" cy="9144000"/>
  <p:custDataLst>
    <p:tags r:id="rId25"/>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默认节" id="{517D26F8-AD37-49A3-ACA4-FF28468FA954}">
          <p14:sldIdLst>
            <p14:sldId id="256"/>
          </p14:sldIdLst>
        </p14:section>
        <p14:section name="Stage1" id="{50ba1f04-2b5e-4a9c-833c-f7de9b6eeca5}">
          <p14:sldIdLst>
            <p14:sldId id="2848"/>
            <p14:sldId id="2849"/>
            <p14:sldId id="2877"/>
            <p14:sldId id="2880"/>
            <p14:sldId id="2882"/>
            <p14:sldId id="2881"/>
            <p14:sldId id="2883"/>
            <p14:sldId id="2884"/>
            <p14:sldId id="2879"/>
            <p14:sldId id="2878"/>
          </p14:sldIdLst>
        </p14:section>
        <p14:section name="Stage2" id="{ce8eefd7-b967-40e1-bed1-d57889810434}">
          <p14:sldIdLst>
            <p14:sldId id="2885"/>
            <p14:sldId id="2888"/>
            <p14:sldId id="2889"/>
            <p14:sldId id="2886"/>
            <p14:sldId id="2887"/>
            <p14:sldId id="1364"/>
          </p14:sldIdLst>
        </p14:section>
      </p14:sectionLst>
    </p:ext>
    <p:ext uri="{EFAFB233-063F-42B5-8137-9DF3F51BA10A}">
      <p15:sldGuideLst xmlns:p15="http://schemas.microsoft.com/office/powerpoint/2012/main">
        <p15:guide id="1" orient="horz" pos="2092" userDrawn="1">
          <p15:clr>
            <a:srgbClr val="A4A3A4"/>
          </p15:clr>
        </p15:guide>
        <p15:guide id="2" pos="379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毛 马" initials="毛" lastIdx="1" clrIdx="0"/>
  <p:cmAuthor id="2" name="46762" initials="authorId_46762" lastIdx="0" clrIdx="1"/>
  <p:cmAuthor id="3" name="姜晓琳" initials="authorId_1845022132"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00000"/>
    <a:srgbClr val="10337F"/>
    <a:srgbClr val="7D5D00"/>
    <a:srgbClr val="9E9B93"/>
    <a:srgbClr val="DBEEF3"/>
    <a:srgbClr val="015CAE"/>
    <a:srgbClr val="0567BE"/>
    <a:srgbClr val="0361B4"/>
    <a:srgbClr val="113380"/>
    <a:srgbClr val="0971C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浅色样式 3 - 强调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421" autoAdjust="0"/>
    <p:restoredTop sz="95455" autoAdjust="0"/>
  </p:normalViewPr>
  <p:slideViewPr>
    <p:cSldViewPr showGuides="1">
      <p:cViewPr varScale="1">
        <p:scale>
          <a:sx n="110" d="100"/>
          <a:sy n="110" d="100"/>
        </p:scale>
        <p:origin x="1182" y="108"/>
      </p:cViewPr>
      <p:guideLst>
        <p:guide orient="horz" pos="2092"/>
        <p:guide pos="3798"/>
      </p:guideLst>
    </p:cSldViewPr>
  </p:slideViewPr>
  <p:notesTextViewPr>
    <p:cViewPr>
      <p:scale>
        <a:sx n="3" d="2"/>
        <a:sy n="3" d="2"/>
      </p:scale>
      <p:origin x="0" y="0"/>
    </p:cViewPr>
  </p:notesTextViewPr>
  <p:sorterViewPr>
    <p:cViewPr>
      <p:scale>
        <a:sx n="100" d="100"/>
        <a:sy n="100" d="100"/>
      </p:scale>
      <p:origin x="0" y="-7770"/>
    </p:cViewPr>
  </p:sorterViewPr>
  <p:gridSpacing cx="45005" cy="45005"/>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5" Type="http://schemas.openxmlformats.org/officeDocument/2006/relationships/tags" Target="tags/tag1.xml"/><Relationship Id="rId24" Type="http://schemas.openxmlformats.org/officeDocument/2006/relationships/commentAuthors" Target="commentAuthors.xml"/><Relationship Id="rId23" Type="http://schemas.openxmlformats.org/officeDocument/2006/relationships/tableStyles" Target="tableStyles.xml"/><Relationship Id="rId22" Type="http://schemas.openxmlformats.org/officeDocument/2006/relationships/viewProps" Target="viewProps.xml"/><Relationship Id="rId21" Type="http://schemas.openxmlformats.org/officeDocument/2006/relationships/presProps" Target="presProps.xml"/><Relationship Id="rId20" Type="http://schemas.openxmlformats.org/officeDocument/2006/relationships/notesMaster" Target="notesMasters/notesMaster1.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5" Type="http://schemas.openxmlformats.org/officeDocument/2006/relationships/image" Target="../media/image4.png"/><Relationship Id="rId4" Type="http://schemas.openxmlformats.org/officeDocument/2006/relationships/image" Target="../media/image3.png"/><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5" Type="http://schemas.openxmlformats.org/officeDocument/2006/relationships/image" Target="../media/image4.png"/><Relationship Id="rId4" Type="http://schemas.openxmlformats.org/officeDocument/2006/relationships/image" Target="../media/image3.png"/><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4" Type="http://schemas.openxmlformats.org/officeDocument/2006/relationships/image" Target="../media/image8.png"/><Relationship Id="rId3" Type="http://schemas.microsoft.com/office/2007/relationships/hdphoto" Target="../media/image7.wdp"/><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userDrawn="1">
  <p:cSld name="4_标题幻灯片">
    <p:spTree>
      <p:nvGrpSpPr>
        <p:cNvPr id="1" name=""/>
        <p:cNvGrpSpPr/>
        <p:nvPr/>
      </p:nvGrpSpPr>
      <p:grpSpPr>
        <a:xfrm>
          <a:off x="0" y="0"/>
          <a:ext cx="0" cy="0"/>
          <a:chOff x="0" y="0"/>
          <a:chExt cx="0" cy="0"/>
        </a:xfrm>
      </p:grpSpPr>
      <p:pic>
        <p:nvPicPr>
          <p:cNvPr id="15" name="图片 14"/>
          <p:cNvPicPr>
            <a:picLocks noChangeAspect="1"/>
          </p:cNvPicPr>
          <p:nvPr userDrawn="1"/>
        </p:nvPicPr>
        <p:blipFill rotWithShape="1">
          <a:blip r:embed="rId2">
            <a:extLst>
              <a:ext uri="{28A0092B-C50C-407E-A947-70E740481C1C}">
                <a14:useLocalDpi xmlns:a14="http://schemas.microsoft.com/office/drawing/2010/main" val="0"/>
              </a:ext>
            </a:extLst>
          </a:blip>
          <a:srcRect l="7693"/>
          <a:stretch>
            <a:fillRect/>
          </a:stretch>
        </p:blipFill>
        <p:spPr>
          <a:xfrm>
            <a:off x="-24680" y="1737562"/>
            <a:ext cx="12241021" cy="2018755"/>
          </a:xfrm>
          <a:prstGeom prst="rect">
            <a:avLst/>
          </a:prstGeom>
        </p:spPr>
      </p:pic>
      <p:sp>
        <p:nvSpPr>
          <p:cNvPr id="16" name="平行四边形 9"/>
          <p:cNvSpPr/>
          <p:nvPr userDrawn="1"/>
        </p:nvSpPr>
        <p:spPr>
          <a:xfrm>
            <a:off x="8688288" y="3840397"/>
            <a:ext cx="3503712" cy="144016"/>
          </a:xfrm>
          <a:custGeom>
            <a:avLst/>
            <a:gdLst>
              <a:gd name="connsiteX0" fmla="*/ 0 w 2627784"/>
              <a:gd name="connsiteY0" fmla="*/ 144016 h 144016"/>
              <a:gd name="connsiteX1" fmla="*/ 79565 w 2627784"/>
              <a:gd name="connsiteY1" fmla="*/ 0 h 144016"/>
              <a:gd name="connsiteX2" fmla="*/ 2627784 w 2627784"/>
              <a:gd name="connsiteY2" fmla="*/ 0 h 144016"/>
              <a:gd name="connsiteX3" fmla="*/ 2548219 w 2627784"/>
              <a:gd name="connsiteY3" fmla="*/ 144016 h 144016"/>
              <a:gd name="connsiteX4" fmla="*/ 0 w 2627784"/>
              <a:gd name="connsiteY4" fmla="*/ 144016 h 144016"/>
              <a:gd name="connsiteX0-1" fmla="*/ 0 w 2627784"/>
              <a:gd name="connsiteY0-2" fmla="*/ 144016 h 144016"/>
              <a:gd name="connsiteX1-3" fmla="*/ 79565 w 2627784"/>
              <a:gd name="connsiteY1-4" fmla="*/ 0 h 144016"/>
              <a:gd name="connsiteX2-5" fmla="*/ 2627784 w 2627784"/>
              <a:gd name="connsiteY2-6" fmla="*/ 0 h 144016"/>
              <a:gd name="connsiteX3-7" fmla="*/ 2626507 w 2627784"/>
              <a:gd name="connsiteY3-8" fmla="*/ 140885 h 144016"/>
              <a:gd name="connsiteX4-9" fmla="*/ 0 w 2627784"/>
              <a:gd name="connsiteY4-10" fmla="*/ 144016 h 144016"/>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2627784" h="144016">
                <a:moveTo>
                  <a:pt x="0" y="144016"/>
                </a:moveTo>
                <a:lnTo>
                  <a:pt x="79565" y="0"/>
                </a:lnTo>
                <a:lnTo>
                  <a:pt x="2627784" y="0"/>
                </a:lnTo>
                <a:cubicBezTo>
                  <a:pt x="2627358" y="46962"/>
                  <a:pt x="2626933" y="93923"/>
                  <a:pt x="2626507" y="140885"/>
                </a:cubicBezTo>
                <a:lnTo>
                  <a:pt x="0" y="144016"/>
                </a:lnTo>
                <a:close/>
              </a:path>
            </a:pathLst>
          </a:custGeom>
          <a:solidFill>
            <a:srgbClr val="D3E4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20" name="平行四边形 10"/>
          <p:cNvSpPr/>
          <p:nvPr userDrawn="1"/>
        </p:nvSpPr>
        <p:spPr>
          <a:xfrm>
            <a:off x="-2473" y="3840397"/>
            <a:ext cx="8690760" cy="144016"/>
          </a:xfrm>
          <a:custGeom>
            <a:avLst/>
            <a:gdLst>
              <a:gd name="connsiteX0" fmla="*/ 0 w 6516215"/>
              <a:gd name="connsiteY0" fmla="*/ 144016 h 144016"/>
              <a:gd name="connsiteX1" fmla="*/ 79565 w 6516215"/>
              <a:gd name="connsiteY1" fmla="*/ 0 h 144016"/>
              <a:gd name="connsiteX2" fmla="*/ 6516215 w 6516215"/>
              <a:gd name="connsiteY2" fmla="*/ 0 h 144016"/>
              <a:gd name="connsiteX3" fmla="*/ 6436650 w 6516215"/>
              <a:gd name="connsiteY3" fmla="*/ 144016 h 144016"/>
              <a:gd name="connsiteX4" fmla="*/ 0 w 6516215"/>
              <a:gd name="connsiteY4" fmla="*/ 144016 h 144016"/>
              <a:gd name="connsiteX0-1" fmla="*/ 1855 w 6518070"/>
              <a:gd name="connsiteY0-2" fmla="*/ 144016 h 144016"/>
              <a:gd name="connsiteX1-3" fmla="*/ 0 w 6518070"/>
              <a:gd name="connsiteY1-4" fmla="*/ 0 h 144016"/>
              <a:gd name="connsiteX2-5" fmla="*/ 6518070 w 6518070"/>
              <a:gd name="connsiteY2-6" fmla="*/ 0 h 144016"/>
              <a:gd name="connsiteX3-7" fmla="*/ 6438505 w 6518070"/>
              <a:gd name="connsiteY3-8" fmla="*/ 144016 h 144016"/>
              <a:gd name="connsiteX4-9" fmla="*/ 1855 w 6518070"/>
              <a:gd name="connsiteY4-10" fmla="*/ 144016 h 144016"/>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6518070" h="144016">
                <a:moveTo>
                  <a:pt x="1855" y="144016"/>
                </a:moveTo>
                <a:cubicBezTo>
                  <a:pt x="1237" y="96011"/>
                  <a:pt x="618" y="48005"/>
                  <a:pt x="0" y="0"/>
                </a:cubicBezTo>
                <a:lnTo>
                  <a:pt x="6518070" y="0"/>
                </a:lnTo>
                <a:lnTo>
                  <a:pt x="6438505" y="144016"/>
                </a:lnTo>
                <a:lnTo>
                  <a:pt x="1855" y="144016"/>
                </a:lnTo>
                <a:close/>
              </a:path>
            </a:pathLst>
          </a:custGeom>
          <a:solidFill>
            <a:srgbClr val="0971CE"/>
          </a:solidFill>
          <a:ln>
            <a:solidFill>
              <a:srgbClr val="156BE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21" name="平行四边形 20"/>
          <p:cNvSpPr/>
          <p:nvPr userDrawn="1"/>
        </p:nvSpPr>
        <p:spPr>
          <a:xfrm>
            <a:off x="4865179" y="979632"/>
            <a:ext cx="7326821" cy="674618"/>
          </a:xfrm>
          <a:prstGeom prst="parallelogram">
            <a:avLst>
              <a:gd name="adj" fmla="val 23419"/>
            </a:avLst>
          </a:prstGeom>
          <a:solidFill>
            <a:srgbClr val="D3E4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14" name="矩形 13"/>
          <p:cNvSpPr/>
          <p:nvPr userDrawn="1"/>
        </p:nvSpPr>
        <p:spPr>
          <a:xfrm>
            <a:off x="-24679" y="1752166"/>
            <a:ext cx="12241021" cy="2016222"/>
          </a:xfrm>
          <a:prstGeom prst="rect">
            <a:avLst/>
          </a:prstGeom>
        </p:spPr>
        <p:txBody>
          <a:bodyPr wrap="square" anchor="ctr">
            <a:noAutofit/>
          </a:bodyPr>
          <a:lstStyle/>
          <a:p>
            <a:pPr algn="ctr">
              <a:lnSpc>
                <a:spcPct val="120000"/>
              </a:lnSpc>
            </a:pPr>
            <a:endParaRPr lang="zh-CN" altLang="en-US" sz="3600" b="1" kern="1200" spc="0" dirty="0">
              <a:gradFill>
                <a:gsLst>
                  <a:gs pos="0">
                    <a:schemeClr val="bg1"/>
                  </a:gs>
                  <a:gs pos="100000">
                    <a:schemeClr val="bg1"/>
                  </a:gs>
                </a:gsLst>
                <a:lin ang="5400000" scaled="0"/>
              </a:gradFill>
              <a:latin typeface="微软雅黑" panose="020B0503020204020204" pitchFamily="34" charset="-122"/>
              <a:ea typeface="微软雅黑" panose="020B0503020204020204" pitchFamily="34" charset="-122"/>
              <a:cs typeface="+mn-cs"/>
            </a:endParaRPr>
          </a:p>
        </p:txBody>
      </p:sp>
      <p:pic>
        <p:nvPicPr>
          <p:cNvPr id="18" name="图片 17"/>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976320" y="53625"/>
            <a:ext cx="3027010" cy="795287"/>
          </a:xfrm>
          <a:prstGeom prst="rect">
            <a:avLst/>
          </a:prstGeom>
        </p:spPr>
      </p:pic>
      <p:sp>
        <p:nvSpPr>
          <p:cNvPr id="3" name="文本占位符 2"/>
          <p:cNvSpPr>
            <a:spLocks noGrp="1"/>
          </p:cNvSpPr>
          <p:nvPr>
            <p:ph type="body" sz="quarter" idx="10" hasCustomPrompt="1"/>
          </p:nvPr>
        </p:nvSpPr>
        <p:spPr>
          <a:xfrm>
            <a:off x="-2472" y="1760132"/>
            <a:ext cx="12216681" cy="1978581"/>
          </a:xfrm>
          <a:prstGeom prst="rect">
            <a:avLst/>
          </a:prstGeom>
        </p:spPr>
        <p:txBody>
          <a:bodyPr anchor="ctr"/>
          <a:lstStyle>
            <a:lvl1pPr marL="0" indent="0" algn="ctr">
              <a:lnSpc>
                <a:spcPct val="150000"/>
              </a:lnSpc>
              <a:spcBef>
                <a:spcPts val="0"/>
              </a:spcBef>
              <a:buFontTx/>
              <a:buNone/>
              <a:defRPr sz="3600" b="1">
                <a:solidFill>
                  <a:schemeClr val="bg1"/>
                </a:solidFill>
                <a:latin typeface="微软雅黑" panose="020B0503020204020204" pitchFamily="34" charset="-122"/>
                <a:ea typeface="微软雅黑" panose="020B0503020204020204" pitchFamily="34" charset="-122"/>
              </a:defRPr>
            </a:lvl1pPr>
          </a:lstStyle>
          <a:p>
            <a:pPr lvl="0"/>
            <a:r>
              <a:rPr lang="zh-CN" altLang="en-US" dirty="0"/>
              <a:t>项目名称</a:t>
            </a:r>
            <a:endParaRPr lang="zh-CN" altLang="en-US" dirty="0"/>
          </a:p>
        </p:txBody>
      </p:sp>
      <p:sp>
        <p:nvSpPr>
          <p:cNvPr id="5" name="文本占位符 4"/>
          <p:cNvSpPr>
            <a:spLocks noGrp="1"/>
          </p:cNvSpPr>
          <p:nvPr>
            <p:ph type="body" sz="quarter" idx="11"/>
          </p:nvPr>
        </p:nvSpPr>
        <p:spPr>
          <a:xfrm>
            <a:off x="5075887" y="995600"/>
            <a:ext cx="6867144" cy="642683"/>
          </a:xfrm>
          <a:prstGeom prst="rect">
            <a:avLst/>
          </a:prstGeom>
        </p:spPr>
        <p:txBody>
          <a:bodyPr anchor="ctr"/>
          <a:lstStyle>
            <a:lvl1pPr marL="0" indent="0" algn="ctr">
              <a:lnSpc>
                <a:spcPct val="100000"/>
              </a:lnSpc>
              <a:spcBef>
                <a:spcPts val="0"/>
              </a:spcBef>
              <a:buFontTx/>
              <a:buNone/>
              <a:defRPr lang="zh-CN" altLang="en-US" sz="1800" b="0" kern="1200" spc="0" dirty="0">
                <a:solidFill>
                  <a:srgbClr val="003F98"/>
                </a:solidFill>
                <a:latin typeface="Arial" panose="020B0604020202020204" pitchFamily="34" charset="0"/>
                <a:ea typeface="微软雅黑" panose="020B0503020204020204" pitchFamily="34" charset="-122"/>
                <a:cs typeface="Arial" panose="020B0604020202020204" pitchFamily="34" charset="0"/>
              </a:defRPr>
            </a:lvl1pPr>
          </a:lstStyle>
          <a:p>
            <a:pPr lvl="0"/>
            <a:endParaRPr lang="zh-CN" altLang="en-US" dirty="0"/>
          </a:p>
        </p:txBody>
      </p:sp>
      <p:pic>
        <p:nvPicPr>
          <p:cNvPr id="2" name="图片 1" descr="徽标&#10;&#10;描述已自动生成"/>
          <p:cNvPicPr>
            <a:picLocks noChangeAspect="1"/>
          </p:cNvPicPr>
          <p:nvPr userDrawn="1"/>
        </p:nvPicPr>
        <p:blipFill>
          <a:blip r:embed="rId4"/>
          <a:stretch>
            <a:fillRect/>
          </a:stretch>
        </p:blipFill>
        <p:spPr>
          <a:xfrm>
            <a:off x="323685" y="818710"/>
            <a:ext cx="1078695" cy="996462"/>
          </a:xfrm>
          <a:prstGeom prst="rect">
            <a:avLst/>
          </a:prstGeom>
        </p:spPr>
      </p:pic>
      <p:pic>
        <p:nvPicPr>
          <p:cNvPr id="4" name="图片 3"/>
          <p:cNvPicPr>
            <a:picLocks noChangeAspect="1"/>
          </p:cNvPicPr>
          <p:nvPr userDrawn="1"/>
        </p:nvPicPr>
        <p:blipFill>
          <a:blip r:embed="rId5"/>
          <a:stretch>
            <a:fillRect/>
          </a:stretch>
        </p:blipFill>
        <p:spPr>
          <a:xfrm>
            <a:off x="1415480" y="947996"/>
            <a:ext cx="3000750" cy="737890"/>
          </a:xfrm>
          <a:prstGeom prst="rect">
            <a:avLst/>
          </a:prstGeom>
        </p:spPr>
      </p:pic>
      <p:sp>
        <p:nvSpPr>
          <p:cNvPr id="7" name="文本框 6"/>
          <p:cNvSpPr txBox="1"/>
          <p:nvPr userDrawn="1"/>
        </p:nvSpPr>
        <p:spPr>
          <a:xfrm>
            <a:off x="4737227" y="6174305"/>
            <a:ext cx="2717206" cy="461665"/>
          </a:xfrm>
          <a:prstGeom prst="rect">
            <a:avLst/>
          </a:prstGeom>
          <a:noFill/>
        </p:spPr>
        <p:txBody>
          <a:bodyPr wrap="square" rtlCol="0">
            <a:spAutoFit/>
          </a:bodyPr>
          <a:lstStyle/>
          <a:p>
            <a:pPr algn="ctr"/>
            <a:fld id="{485E2E6C-F381-460C-ADED-E98908E73335}" type="datetime2">
              <a:rPr lang="zh-CN" altLang="en-US" sz="2400" b="1" smtClean="0">
                <a:solidFill>
                  <a:srgbClr val="0567BE"/>
                </a:solidFill>
                <a:latin typeface="微软雅黑" panose="020B0503020204020204" pitchFamily="34" charset="-122"/>
                <a:ea typeface="微软雅黑" panose="020B0503020204020204" pitchFamily="34" charset="-122"/>
              </a:rPr>
            </a:fld>
            <a:endParaRPr lang="zh-CN" altLang="en-US" sz="2400" b="1" dirty="0">
              <a:solidFill>
                <a:srgbClr val="0567BE"/>
              </a:solidFill>
              <a:latin typeface="微软雅黑" panose="020B0503020204020204" pitchFamily="34" charset="-122"/>
              <a:ea typeface="微软雅黑" panose="020B0503020204020204" pitchFamily="34" charset="-122"/>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3_自定义版式">
    <p:spTree>
      <p:nvGrpSpPr>
        <p:cNvPr id="1" name=""/>
        <p:cNvGrpSpPr/>
        <p:nvPr/>
      </p:nvGrpSpPr>
      <p:grpSpPr>
        <a:xfrm>
          <a:off x="0" y="0"/>
          <a:ext cx="0" cy="0"/>
          <a:chOff x="0" y="0"/>
          <a:chExt cx="0" cy="0"/>
        </a:xfrm>
      </p:grpSpPr>
      <p:sp>
        <p:nvSpPr>
          <p:cNvPr id="3" name="标题 1"/>
          <p:cNvSpPr>
            <a:spLocks noGrp="1"/>
          </p:cNvSpPr>
          <p:nvPr>
            <p:ph type="title"/>
          </p:nvPr>
        </p:nvSpPr>
        <p:spPr>
          <a:xfrm>
            <a:off x="321907" y="143635"/>
            <a:ext cx="8414387" cy="692978"/>
          </a:xfrm>
          <a:prstGeom prst="rect">
            <a:avLst/>
          </a:prstGeom>
        </p:spPr>
        <p:txBody>
          <a:bodyPr/>
          <a:lstStyle>
            <a:lvl1pPr algn="l" defTabSz="914400" rtl="0" eaLnBrk="1" latinLnBrk="0" hangingPunct="1">
              <a:lnSpc>
                <a:spcPct val="90000"/>
              </a:lnSpc>
              <a:spcBef>
                <a:spcPct val="0"/>
              </a:spcBef>
              <a:buNone/>
              <a:defRPr lang="zh-CN" altLang="en-US" sz="3600" b="1" kern="1200" dirty="0">
                <a:solidFill>
                  <a:srgbClr val="3D58A7"/>
                </a:solidFill>
                <a:latin typeface="微软雅黑" panose="020B0503020204020204" pitchFamily="34" charset="-122"/>
                <a:ea typeface="微软雅黑" panose="020B0503020204020204" pitchFamily="34" charset="-122"/>
                <a:cs typeface="+mj-cs"/>
              </a:defRPr>
            </a:lvl1pPr>
          </a:lstStyle>
          <a:p>
            <a:endParaRPr lang="zh-CN" alt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3" name="平行四边形 9"/>
          <p:cNvSpPr/>
          <p:nvPr userDrawn="1"/>
        </p:nvSpPr>
        <p:spPr>
          <a:xfrm>
            <a:off x="8688288" y="720822"/>
            <a:ext cx="3503712" cy="72008"/>
          </a:xfrm>
          <a:custGeom>
            <a:avLst/>
            <a:gdLst>
              <a:gd name="connsiteX0" fmla="*/ 0 w 2627784"/>
              <a:gd name="connsiteY0" fmla="*/ 144016 h 144016"/>
              <a:gd name="connsiteX1" fmla="*/ 79565 w 2627784"/>
              <a:gd name="connsiteY1" fmla="*/ 0 h 144016"/>
              <a:gd name="connsiteX2" fmla="*/ 2627784 w 2627784"/>
              <a:gd name="connsiteY2" fmla="*/ 0 h 144016"/>
              <a:gd name="connsiteX3" fmla="*/ 2548219 w 2627784"/>
              <a:gd name="connsiteY3" fmla="*/ 144016 h 144016"/>
              <a:gd name="connsiteX4" fmla="*/ 0 w 2627784"/>
              <a:gd name="connsiteY4" fmla="*/ 144016 h 144016"/>
              <a:gd name="connsiteX0-1" fmla="*/ 0 w 2627784"/>
              <a:gd name="connsiteY0-2" fmla="*/ 144016 h 144016"/>
              <a:gd name="connsiteX1-3" fmla="*/ 79565 w 2627784"/>
              <a:gd name="connsiteY1-4" fmla="*/ 0 h 144016"/>
              <a:gd name="connsiteX2-5" fmla="*/ 2627784 w 2627784"/>
              <a:gd name="connsiteY2-6" fmla="*/ 0 h 144016"/>
              <a:gd name="connsiteX3-7" fmla="*/ 2626507 w 2627784"/>
              <a:gd name="connsiteY3-8" fmla="*/ 140885 h 144016"/>
              <a:gd name="connsiteX4-9" fmla="*/ 0 w 2627784"/>
              <a:gd name="connsiteY4-10" fmla="*/ 144016 h 144016"/>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2627784" h="144016">
                <a:moveTo>
                  <a:pt x="0" y="144016"/>
                </a:moveTo>
                <a:lnTo>
                  <a:pt x="79565" y="0"/>
                </a:lnTo>
                <a:lnTo>
                  <a:pt x="2627784" y="0"/>
                </a:lnTo>
                <a:cubicBezTo>
                  <a:pt x="2627358" y="46962"/>
                  <a:pt x="2626933" y="93923"/>
                  <a:pt x="2626507" y="140885"/>
                </a:cubicBezTo>
                <a:lnTo>
                  <a:pt x="0" y="144016"/>
                </a:lnTo>
                <a:close/>
              </a:path>
            </a:pathLst>
          </a:custGeom>
          <a:solidFill>
            <a:srgbClr val="D3E4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4" name="平行四边形 10"/>
          <p:cNvSpPr/>
          <p:nvPr userDrawn="1"/>
        </p:nvSpPr>
        <p:spPr>
          <a:xfrm>
            <a:off x="-2473" y="720822"/>
            <a:ext cx="8690760" cy="72008"/>
          </a:xfrm>
          <a:custGeom>
            <a:avLst/>
            <a:gdLst>
              <a:gd name="connsiteX0" fmla="*/ 0 w 6516215"/>
              <a:gd name="connsiteY0" fmla="*/ 144016 h 144016"/>
              <a:gd name="connsiteX1" fmla="*/ 79565 w 6516215"/>
              <a:gd name="connsiteY1" fmla="*/ 0 h 144016"/>
              <a:gd name="connsiteX2" fmla="*/ 6516215 w 6516215"/>
              <a:gd name="connsiteY2" fmla="*/ 0 h 144016"/>
              <a:gd name="connsiteX3" fmla="*/ 6436650 w 6516215"/>
              <a:gd name="connsiteY3" fmla="*/ 144016 h 144016"/>
              <a:gd name="connsiteX4" fmla="*/ 0 w 6516215"/>
              <a:gd name="connsiteY4" fmla="*/ 144016 h 144016"/>
              <a:gd name="connsiteX0-1" fmla="*/ 1855 w 6518070"/>
              <a:gd name="connsiteY0-2" fmla="*/ 144016 h 144016"/>
              <a:gd name="connsiteX1-3" fmla="*/ 0 w 6518070"/>
              <a:gd name="connsiteY1-4" fmla="*/ 0 h 144016"/>
              <a:gd name="connsiteX2-5" fmla="*/ 6518070 w 6518070"/>
              <a:gd name="connsiteY2-6" fmla="*/ 0 h 144016"/>
              <a:gd name="connsiteX3-7" fmla="*/ 6438505 w 6518070"/>
              <a:gd name="connsiteY3-8" fmla="*/ 144016 h 144016"/>
              <a:gd name="connsiteX4-9" fmla="*/ 1855 w 6518070"/>
              <a:gd name="connsiteY4-10" fmla="*/ 144016 h 144016"/>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6518070" h="144016">
                <a:moveTo>
                  <a:pt x="1855" y="144016"/>
                </a:moveTo>
                <a:cubicBezTo>
                  <a:pt x="1237" y="96011"/>
                  <a:pt x="618" y="48005"/>
                  <a:pt x="0" y="0"/>
                </a:cubicBezTo>
                <a:lnTo>
                  <a:pt x="6518070" y="0"/>
                </a:lnTo>
                <a:lnTo>
                  <a:pt x="6438505" y="144016"/>
                </a:lnTo>
                <a:lnTo>
                  <a:pt x="1855" y="144016"/>
                </a:lnTo>
                <a:close/>
              </a:path>
            </a:pathLst>
          </a:custGeom>
          <a:solidFill>
            <a:srgbClr val="0971CE"/>
          </a:solidFill>
          <a:ln>
            <a:solidFill>
              <a:srgbClr val="156BE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5" name="矩形 4"/>
          <p:cNvSpPr/>
          <p:nvPr userDrawn="1"/>
        </p:nvSpPr>
        <p:spPr>
          <a:xfrm flipV="1">
            <a:off x="321907" y="6362541"/>
            <a:ext cx="11532469" cy="45719"/>
          </a:xfrm>
          <a:prstGeom prst="rect">
            <a:avLst/>
          </a:prstGeom>
          <a:solidFill>
            <a:srgbClr val="D3E4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pic>
        <p:nvPicPr>
          <p:cNvPr id="6" name="图片 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3133284"/>
            <a:ext cx="12192000" cy="1534133"/>
          </a:xfrm>
          <a:prstGeom prst="rect">
            <a:avLst/>
          </a:prstGeom>
        </p:spPr>
      </p:pic>
      <p:sp>
        <p:nvSpPr>
          <p:cNvPr id="8" name="椭圆 7"/>
          <p:cNvSpPr/>
          <p:nvPr userDrawn="1"/>
        </p:nvSpPr>
        <p:spPr>
          <a:xfrm>
            <a:off x="5424508" y="1918440"/>
            <a:ext cx="1342985" cy="980997"/>
          </a:xfrm>
          <a:prstGeom prst="ellipse">
            <a:avLst/>
          </a:prstGeom>
          <a:solidFill>
            <a:srgbClr val="D3E4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6000" b="1" dirty="0">
                <a:gradFill>
                  <a:gsLst>
                    <a:gs pos="0">
                      <a:schemeClr val="tx1">
                        <a:lumMod val="85000"/>
                        <a:lumOff val="15000"/>
                      </a:schemeClr>
                    </a:gs>
                    <a:gs pos="100000">
                      <a:schemeClr val="tx1">
                        <a:lumMod val="85000"/>
                        <a:lumOff val="15000"/>
                      </a:schemeClr>
                    </a:gs>
                  </a:gsLst>
                  <a:lin ang="5400000" scaled="0"/>
                </a:gradFill>
                <a:latin typeface="Arial" panose="020B0604020202020204" pitchFamily="34" charset="0"/>
                <a:ea typeface="微软雅黑" panose="020B0503020204020204" pitchFamily="34" charset="-122"/>
                <a:cs typeface="Arial" panose="020B0604020202020204" pitchFamily="34" charset="0"/>
              </a:rPr>
              <a:t>1</a:t>
            </a:r>
            <a:endParaRPr lang="zh-CN" altLang="en-US" sz="6000" b="1" dirty="0">
              <a:gradFill>
                <a:gsLst>
                  <a:gs pos="0">
                    <a:schemeClr val="tx1">
                      <a:lumMod val="85000"/>
                      <a:lumOff val="15000"/>
                    </a:schemeClr>
                  </a:gs>
                  <a:gs pos="100000">
                    <a:schemeClr val="tx1">
                      <a:lumMod val="85000"/>
                      <a:lumOff val="15000"/>
                    </a:schemeClr>
                  </a:gs>
                </a:gsLst>
                <a:lin ang="5400000" scaled="0"/>
              </a:gradFill>
              <a:latin typeface="Arial" panose="020B0604020202020204" pitchFamily="34" charset="0"/>
              <a:ea typeface="微软雅黑" panose="020B0503020204020204" pitchFamily="34" charset="-122"/>
              <a:cs typeface="Arial" panose="020B0604020202020204" pitchFamily="34" charset="0"/>
            </a:endParaRPr>
          </a:p>
        </p:txBody>
      </p:sp>
      <p:sp>
        <p:nvSpPr>
          <p:cNvPr id="9" name="椭圆 8"/>
          <p:cNvSpPr/>
          <p:nvPr userDrawn="1"/>
        </p:nvSpPr>
        <p:spPr>
          <a:xfrm>
            <a:off x="5585452" y="2026026"/>
            <a:ext cx="1021096" cy="765822"/>
          </a:xfrm>
          <a:prstGeom prst="ellipse">
            <a:avLst/>
          </a:prstGeom>
          <a:solidFill>
            <a:srgbClr val="005AAA"/>
          </a:solidFill>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sz="3600" dirty="0">
              <a:solidFill>
                <a:schemeClr val="bg1"/>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10" name="标题 1"/>
          <p:cNvSpPr>
            <a:spLocks noGrp="1"/>
          </p:cNvSpPr>
          <p:nvPr>
            <p:ph type="title" hasCustomPrompt="1"/>
          </p:nvPr>
        </p:nvSpPr>
        <p:spPr>
          <a:xfrm>
            <a:off x="321907" y="143635"/>
            <a:ext cx="8414387" cy="692978"/>
          </a:xfrm>
          <a:prstGeom prst="rect">
            <a:avLst/>
          </a:prstGeom>
        </p:spPr>
        <p:txBody>
          <a:bodyPr/>
          <a:lstStyle>
            <a:lvl1pPr>
              <a:defRPr sz="3600">
                <a:solidFill>
                  <a:srgbClr val="3D58A7"/>
                </a:solidFill>
              </a:defRPr>
            </a:lvl1pPr>
          </a:lstStyle>
          <a:p>
            <a:r>
              <a:rPr lang="zh-CN" altLang="en-US" dirty="0"/>
              <a:t>汇报提纲</a:t>
            </a:r>
            <a:endParaRPr lang="zh-CN" altLang="en-US" dirty="0"/>
          </a:p>
        </p:txBody>
      </p:sp>
      <p:sp>
        <p:nvSpPr>
          <p:cNvPr id="11" name="标题 1"/>
          <p:cNvSpPr txBox="1"/>
          <p:nvPr userDrawn="1"/>
        </p:nvSpPr>
        <p:spPr>
          <a:xfrm>
            <a:off x="5585452" y="2185248"/>
            <a:ext cx="1021096" cy="692978"/>
          </a:xfrm>
          <a:prstGeom prst="rect">
            <a:avLst/>
          </a:prstGeom>
        </p:spPr>
        <p:txBody>
          <a:bodyPr/>
          <a:lstStyle>
            <a:lvl1pPr algn="l" defTabSz="685800" rtl="0" eaLnBrk="1" latinLnBrk="0" hangingPunct="1">
              <a:lnSpc>
                <a:spcPct val="90000"/>
              </a:lnSpc>
              <a:spcBef>
                <a:spcPct val="0"/>
              </a:spcBef>
              <a:buNone/>
              <a:defRPr lang="zh-CN" altLang="en-US" sz="3600" b="1" kern="1200" dirty="0" smtClean="0">
                <a:solidFill>
                  <a:srgbClr val="3D58A7"/>
                </a:solidFill>
                <a:latin typeface="Arial" panose="020B0604020202020204" pitchFamily="34" charset="0"/>
                <a:ea typeface="微软雅黑" panose="020B0503020204020204" pitchFamily="34" charset="-122"/>
                <a:cs typeface="+mj-cs"/>
              </a:defRPr>
            </a:lvl1pPr>
          </a:lstStyle>
          <a:p>
            <a:pPr algn="ctr"/>
            <a:endParaRPr lang="zh-CN" altLang="en-US" sz="3600" dirty="0">
              <a:solidFill>
                <a:schemeClr val="bg1"/>
              </a:solidFill>
              <a:latin typeface="微软雅黑" panose="020B0503020204020204" pitchFamily="34" charset="-122"/>
              <a:ea typeface="微软雅黑" panose="020B0503020204020204" pitchFamily="34" charset="-122"/>
            </a:endParaRPr>
          </a:p>
        </p:txBody>
      </p:sp>
      <p:sp>
        <p:nvSpPr>
          <p:cNvPr id="13" name="标题 1"/>
          <p:cNvSpPr txBox="1"/>
          <p:nvPr userDrawn="1"/>
        </p:nvSpPr>
        <p:spPr>
          <a:xfrm>
            <a:off x="0" y="3553860"/>
            <a:ext cx="12192000" cy="692978"/>
          </a:xfrm>
          <a:prstGeom prst="rect">
            <a:avLst/>
          </a:prstGeom>
        </p:spPr>
        <p:txBody>
          <a:bodyPr/>
          <a:lstStyle>
            <a:lvl1pPr algn="l" defTabSz="685800" rtl="0" eaLnBrk="1" latinLnBrk="0" hangingPunct="1">
              <a:lnSpc>
                <a:spcPct val="90000"/>
              </a:lnSpc>
              <a:spcBef>
                <a:spcPct val="0"/>
              </a:spcBef>
              <a:buNone/>
              <a:defRPr lang="zh-CN" altLang="en-US" sz="3600" b="1" kern="1200" dirty="0" smtClean="0">
                <a:solidFill>
                  <a:srgbClr val="3D58A7"/>
                </a:solidFill>
                <a:latin typeface="Arial" panose="020B0604020202020204" pitchFamily="34" charset="0"/>
                <a:ea typeface="微软雅黑" panose="020B0503020204020204" pitchFamily="34" charset="-122"/>
                <a:cs typeface="+mj-cs"/>
              </a:defRPr>
            </a:lvl1pPr>
          </a:lstStyle>
          <a:p>
            <a:pPr algn="ctr"/>
            <a:endParaRPr lang="zh-CN" altLang="en-US" sz="4800" dirty="0">
              <a:solidFill>
                <a:schemeClr val="bg1"/>
              </a:solidFill>
              <a:latin typeface="微软雅黑" panose="020B0503020204020204" pitchFamily="34" charset="-122"/>
              <a:ea typeface="微软雅黑" panose="020B0503020204020204" pitchFamily="34" charset="-122"/>
            </a:endParaRPr>
          </a:p>
        </p:txBody>
      </p:sp>
      <p:sp>
        <p:nvSpPr>
          <p:cNvPr id="15" name="标题 1"/>
          <p:cNvSpPr txBox="1"/>
          <p:nvPr userDrawn="1"/>
        </p:nvSpPr>
        <p:spPr>
          <a:xfrm>
            <a:off x="5675954" y="2174061"/>
            <a:ext cx="810581" cy="692978"/>
          </a:xfrm>
          <a:prstGeom prst="rect">
            <a:avLst/>
          </a:prstGeom>
        </p:spPr>
        <p:txBody>
          <a:bodyPr/>
          <a:lstStyle>
            <a:lvl1pPr algn="l" defTabSz="685800" rtl="0" eaLnBrk="1" latinLnBrk="0" hangingPunct="1">
              <a:lnSpc>
                <a:spcPct val="90000"/>
              </a:lnSpc>
              <a:spcBef>
                <a:spcPct val="0"/>
              </a:spcBef>
              <a:buNone/>
              <a:defRPr lang="zh-CN" altLang="en-US" sz="3600" b="1" kern="1200" dirty="0" smtClean="0">
                <a:solidFill>
                  <a:srgbClr val="3D58A7"/>
                </a:solidFill>
                <a:latin typeface="Arial" panose="020B0604020202020204" pitchFamily="34" charset="0"/>
                <a:ea typeface="微软雅黑" panose="020B0503020204020204" pitchFamily="34" charset="-122"/>
                <a:cs typeface="+mj-cs"/>
              </a:defRPr>
            </a:lvl1pPr>
          </a:lstStyle>
          <a:p>
            <a:pPr algn="ctr"/>
            <a:endParaRPr lang="zh-CN" altLang="en-US" sz="3600" dirty="0">
              <a:solidFill>
                <a:schemeClr val="bg1"/>
              </a:solidFill>
            </a:endParaRPr>
          </a:p>
        </p:txBody>
      </p:sp>
      <p:sp>
        <p:nvSpPr>
          <p:cNvPr id="21" name="文本占位符 20"/>
          <p:cNvSpPr>
            <a:spLocks noGrp="1"/>
          </p:cNvSpPr>
          <p:nvPr>
            <p:ph type="body" sz="quarter" idx="10" hasCustomPrompt="1"/>
          </p:nvPr>
        </p:nvSpPr>
        <p:spPr>
          <a:xfrm>
            <a:off x="0" y="3554413"/>
            <a:ext cx="12192000" cy="914400"/>
          </a:xfrm>
          <a:prstGeom prst="rect">
            <a:avLst/>
          </a:prstGeom>
        </p:spPr>
        <p:txBody>
          <a:bodyPr/>
          <a:lstStyle>
            <a:lvl1pPr marL="0" indent="0" algn="ctr">
              <a:buFontTx/>
              <a:buNone/>
              <a:defRPr sz="4800" b="1">
                <a:solidFill>
                  <a:schemeClr val="bg1"/>
                </a:solidFill>
                <a:latin typeface="微软雅黑" panose="020B0503020204020204" pitchFamily="34" charset="-122"/>
                <a:ea typeface="微软雅黑" panose="020B0503020204020204" pitchFamily="34" charset="-122"/>
              </a:defRPr>
            </a:lvl1pPr>
          </a:lstStyle>
          <a:p>
            <a:pPr lvl="0"/>
            <a:r>
              <a:rPr lang="zh-CN" altLang="en-US" dirty="0"/>
              <a:t>编辑母版文本样式</a:t>
            </a:r>
            <a:endParaRPr lang="zh-CN" altLang="en-US" dirty="0"/>
          </a:p>
        </p:txBody>
      </p:sp>
      <p:sp>
        <p:nvSpPr>
          <p:cNvPr id="23" name="文本占位符 22"/>
          <p:cNvSpPr>
            <a:spLocks noGrp="1"/>
          </p:cNvSpPr>
          <p:nvPr>
            <p:ph type="body" sz="quarter" idx="11" hasCustomPrompt="1"/>
          </p:nvPr>
        </p:nvSpPr>
        <p:spPr>
          <a:xfrm>
            <a:off x="5632140" y="2125081"/>
            <a:ext cx="927717" cy="664298"/>
          </a:xfrm>
          <a:prstGeom prst="rect">
            <a:avLst/>
          </a:prstGeom>
        </p:spPr>
        <p:txBody>
          <a:bodyPr/>
          <a:lstStyle>
            <a:lvl1pPr marL="0" indent="0" algn="ctr">
              <a:buNone/>
              <a:defRPr sz="4000" b="1">
                <a:solidFill>
                  <a:schemeClr val="bg1"/>
                </a:solidFill>
                <a:latin typeface="微软雅黑" panose="020B0503020204020204" pitchFamily="34" charset="-122"/>
                <a:ea typeface="微软雅黑" panose="020B0503020204020204" pitchFamily="34" charset="-122"/>
              </a:defRPr>
            </a:lvl1pPr>
          </a:lstStyle>
          <a:p>
            <a:pPr lvl="0"/>
            <a:r>
              <a:rPr lang="en-US" altLang="zh-CN" dirty="0"/>
              <a:t>1</a:t>
            </a:r>
            <a:endParaRPr lang="zh-CN" alt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 presetClass="entr" presetSubtype="1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checkerboard(across)">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ldLvl="0" animBg="1"/>
    </p:bld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8_自定义版式">
    <p:spTree>
      <p:nvGrpSpPr>
        <p:cNvPr id="1" name=""/>
        <p:cNvGrpSpPr/>
        <p:nvPr/>
      </p:nvGrpSpPr>
      <p:grpSpPr>
        <a:xfrm>
          <a:off x="0" y="0"/>
          <a:ext cx="0" cy="0"/>
          <a:chOff x="0" y="0"/>
          <a:chExt cx="0" cy="0"/>
        </a:xfrm>
      </p:grpSpPr>
      <p:sp>
        <p:nvSpPr>
          <p:cNvPr id="3" name="标题 1"/>
          <p:cNvSpPr>
            <a:spLocks noGrp="1"/>
          </p:cNvSpPr>
          <p:nvPr>
            <p:ph type="title"/>
          </p:nvPr>
        </p:nvSpPr>
        <p:spPr>
          <a:xfrm>
            <a:off x="321907" y="143635"/>
            <a:ext cx="8414387" cy="692978"/>
          </a:xfrm>
          <a:prstGeom prst="rect">
            <a:avLst/>
          </a:prstGeom>
        </p:spPr>
        <p:txBody>
          <a:bodyPr/>
          <a:lstStyle>
            <a:lvl1pPr>
              <a:defRPr lang="zh-CN" altLang="en-US" sz="3600" b="1" dirty="0">
                <a:solidFill>
                  <a:srgbClr val="3D58A7"/>
                </a:solidFill>
                <a:latin typeface="微软雅黑" panose="020B0503020204020204" pitchFamily="34" charset="-122"/>
                <a:ea typeface="微软雅黑" panose="020B0503020204020204" pitchFamily="34" charset="-122"/>
              </a:defRPr>
            </a:lvl1pPr>
          </a:lstStyle>
          <a:p>
            <a:pPr lvl="0"/>
            <a:endParaRPr lang="zh-CN" altLang="en-US" dirty="0"/>
          </a:p>
        </p:txBody>
      </p:sp>
      <p:sp>
        <p:nvSpPr>
          <p:cNvPr id="5" name="文本占位符 4"/>
          <p:cNvSpPr>
            <a:spLocks noGrp="1"/>
          </p:cNvSpPr>
          <p:nvPr>
            <p:ph type="body" sz="quarter" idx="10" hasCustomPrompt="1"/>
          </p:nvPr>
        </p:nvSpPr>
        <p:spPr>
          <a:xfrm>
            <a:off x="321906" y="1043736"/>
            <a:ext cx="11669039" cy="495055"/>
          </a:xfrm>
          <a:prstGeom prst="rect">
            <a:avLst/>
          </a:prstGeom>
        </p:spPr>
        <p:txBody>
          <a:bodyPr anchor="ctr"/>
          <a:lstStyle>
            <a:lvl1pPr marL="449580" indent="-449580">
              <a:buFont typeface="Wingdings" panose="05000000000000000000" pitchFamily="2" charset="2"/>
              <a:buChar char="n"/>
              <a:defRPr sz="2400" b="1">
                <a:solidFill>
                  <a:srgbClr val="FF0000"/>
                </a:solidFill>
                <a:latin typeface="微软雅黑" panose="020B0503020204020204" pitchFamily="34" charset="-122"/>
                <a:ea typeface="微软雅黑" panose="020B0503020204020204" pitchFamily="34" charset="-122"/>
              </a:defRPr>
            </a:lvl1pPr>
            <a:lvl2pPr marL="342900" indent="0">
              <a:buNone/>
              <a:defRPr/>
            </a:lvl2pPr>
          </a:lstStyle>
          <a:p>
            <a:pPr marL="449580" indent="-449580">
              <a:buFont typeface="Wingdings" panose="05000000000000000000" pitchFamily="2" charset="2"/>
              <a:buChar char="n"/>
            </a:pPr>
            <a:r>
              <a:rPr lang="zh-CN" altLang="en-US" sz="2400" b="1" dirty="0">
                <a:solidFill>
                  <a:srgbClr val="FF0000"/>
                </a:solidFill>
                <a:latin typeface="微软雅黑" panose="020B0503020204020204" pitchFamily="34" charset="-122"/>
                <a:ea typeface="微软雅黑" panose="020B0503020204020204" pitchFamily="34" charset="-122"/>
              </a:rPr>
              <a:t>标题</a:t>
            </a:r>
            <a:endParaRPr lang="zh-CN" altLang="en-US" sz="2400" b="1" dirty="0">
              <a:solidFill>
                <a:srgbClr val="FF0000"/>
              </a:solidFill>
              <a:latin typeface="微软雅黑" panose="020B0503020204020204" pitchFamily="34" charset="-122"/>
              <a:ea typeface="微软雅黑" panose="020B0503020204020204" pitchFamily="34" charset="-122"/>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0_自定义版式">
    <p:spTree>
      <p:nvGrpSpPr>
        <p:cNvPr id="1" name=""/>
        <p:cNvGrpSpPr/>
        <p:nvPr/>
      </p:nvGrpSpPr>
      <p:grpSpPr>
        <a:xfrm>
          <a:off x="0" y="0"/>
          <a:ext cx="0" cy="0"/>
          <a:chOff x="0" y="0"/>
          <a:chExt cx="0" cy="0"/>
        </a:xfrm>
      </p:grpSpPr>
      <p:sp>
        <p:nvSpPr>
          <p:cNvPr id="3" name="标题 1"/>
          <p:cNvSpPr>
            <a:spLocks noGrp="1"/>
          </p:cNvSpPr>
          <p:nvPr>
            <p:ph type="title"/>
          </p:nvPr>
        </p:nvSpPr>
        <p:spPr>
          <a:xfrm>
            <a:off x="321907" y="143635"/>
            <a:ext cx="8414387" cy="692978"/>
          </a:xfrm>
          <a:prstGeom prst="rect">
            <a:avLst/>
          </a:prstGeom>
        </p:spPr>
        <p:txBody>
          <a:bodyPr/>
          <a:lstStyle>
            <a:lvl1pPr>
              <a:defRPr lang="zh-CN" altLang="en-US" sz="3600" b="1" dirty="0">
                <a:solidFill>
                  <a:srgbClr val="3D58A7"/>
                </a:solidFill>
                <a:latin typeface="微软雅黑" panose="020B0503020204020204" pitchFamily="34" charset="-122"/>
                <a:ea typeface="微软雅黑" panose="020B0503020204020204" pitchFamily="34" charset="-122"/>
              </a:defRPr>
            </a:lvl1pPr>
          </a:lstStyle>
          <a:p>
            <a:pPr lvl="0"/>
            <a:endParaRPr lang="zh-CN" alt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showMasterSp="0" userDrawn="1">
  <p:cSld name="1_自定义版式">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showMasterSp="0" userDrawn="1">
  <p:cSld name="5_标题幻灯片">
    <p:spTree>
      <p:nvGrpSpPr>
        <p:cNvPr id="1" name=""/>
        <p:cNvGrpSpPr/>
        <p:nvPr/>
      </p:nvGrpSpPr>
      <p:grpSpPr>
        <a:xfrm>
          <a:off x="0" y="0"/>
          <a:ext cx="0" cy="0"/>
          <a:chOff x="0" y="0"/>
          <a:chExt cx="0" cy="0"/>
        </a:xfrm>
      </p:grpSpPr>
      <p:pic>
        <p:nvPicPr>
          <p:cNvPr id="15" name="图片 14"/>
          <p:cNvPicPr>
            <a:picLocks noChangeAspect="1"/>
          </p:cNvPicPr>
          <p:nvPr userDrawn="1"/>
        </p:nvPicPr>
        <p:blipFill rotWithShape="1">
          <a:blip r:embed="rId2">
            <a:extLst>
              <a:ext uri="{28A0092B-C50C-407E-A947-70E740481C1C}">
                <a14:useLocalDpi xmlns:a14="http://schemas.microsoft.com/office/drawing/2010/main" val="0"/>
              </a:ext>
            </a:extLst>
          </a:blip>
          <a:srcRect l="7693"/>
          <a:stretch>
            <a:fillRect/>
          </a:stretch>
        </p:blipFill>
        <p:spPr>
          <a:xfrm>
            <a:off x="-24680" y="2081622"/>
            <a:ext cx="12241021" cy="2018755"/>
          </a:xfrm>
          <a:prstGeom prst="rect">
            <a:avLst/>
          </a:prstGeom>
        </p:spPr>
      </p:pic>
      <p:sp>
        <p:nvSpPr>
          <p:cNvPr id="16" name="平行四边形 9"/>
          <p:cNvSpPr/>
          <p:nvPr userDrawn="1"/>
        </p:nvSpPr>
        <p:spPr>
          <a:xfrm>
            <a:off x="8688288" y="4184457"/>
            <a:ext cx="3503712" cy="144016"/>
          </a:xfrm>
          <a:custGeom>
            <a:avLst/>
            <a:gdLst>
              <a:gd name="connsiteX0" fmla="*/ 0 w 2627784"/>
              <a:gd name="connsiteY0" fmla="*/ 144016 h 144016"/>
              <a:gd name="connsiteX1" fmla="*/ 79565 w 2627784"/>
              <a:gd name="connsiteY1" fmla="*/ 0 h 144016"/>
              <a:gd name="connsiteX2" fmla="*/ 2627784 w 2627784"/>
              <a:gd name="connsiteY2" fmla="*/ 0 h 144016"/>
              <a:gd name="connsiteX3" fmla="*/ 2548219 w 2627784"/>
              <a:gd name="connsiteY3" fmla="*/ 144016 h 144016"/>
              <a:gd name="connsiteX4" fmla="*/ 0 w 2627784"/>
              <a:gd name="connsiteY4" fmla="*/ 144016 h 144016"/>
              <a:gd name="connsiteX0-1" fmla="*/ 0 w 2627784"/>
              <a:gd name="connsiteY0-2" fmla="*/ 144016 h 144016"/>
              <a:gd name="connsiteX1-3" fmla="*/ 79565 w 2627784"/>
              <a:gd name="connsiteY1-4" fmla="*/ 0 h 144016"/>
              <a:gd name="connsiteX2-5" fmla="*/ 2627784 w 2627784"/>
              <a:gd name="connsiteY2-6" fmla="*/ 0 h 144016"/>
              <a:gd name="connsiteX3-7" fmla="*/ 2626507 w 2627784"/>
              <a:gd name="connsiteY3-8" fmla="*/ 140885 h 144016"/>
              <a:gd name="connsiteX4-9" fmla="*/ 0 w 2627784"/>
              <a:gd name="connsiteY4-10" fmla="*/ 144016 h 144016"/>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2627784" h="144016">
                <a:moveTo>
                  <a:pt x="0" y="144016"/>
                </a:moveTo>
                <a:lnTo>
                  <a:pt x="79565" y="0"/>
                </a:lnTo>
                <a:lnTo>
                  <a:pt x="2627784" y="0"/>
                </a:lnTo>
                <a:cubicBezTo>
                  <a:pt x="2627358" y="46962"/>
                  <a:pt x="2626933" y="93923"/>
                  <a:pt x="2626507" y="140885"/>
                </a:cubicBezTo>
                <a:lnTo>
                  <a:pt x="0" y="144016"/>
                </a:lnTo>
                <a:close/>
              </a:path>
            </a:pathLst>
          </a:custGeom>
          <a:solidFill>
            <a:srgbClr val="D3E4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20" name="平行四边形 10"/>
          <p:cNvSpPr/>
          <p:nvPr userDrawn="1"/>
        </p:nvSpPr>
        <p:spPr>
          <a:xfrm>
            <a:off x="-2473" y="4184457"/>
            <a:ext cx="8690760" cy="144016"/>
          </a:xfrm>
          <a:custGeom>
            <a:avLst/>
            <a:gdLst>
              <a:gd name="connsiteX0" fmla="*/ 0 w 6516215"/>
              <a:gd name="connsiteY0" fmla="*/ 144016 h 144016"/>
              <a:gd name="connsiteX1" fmla="*/ 79565 w 6516215"/>
              <a:gd name="connsiteY1" fmla="*/ 0 h 144016"/>
              <a:gd name="connsiteX2" fmla="*/ 6516215 w 6516215"/>
              <a:gd name="connsiteY2" fmla="*/ 0 h 144016"/>
              <a:gd name="connsiteX3" fmla="*/ 6436650 w 6516215"/>
              <a:gd name="connsiteY3" fmla="*/ 144016 h 144016"/>
              <a:gd name="connsiteX4" fmla="*/ 0 w 6516215"/>
              <a:gd name="connsiteY4" fmla="*/ 144016 h 144016"/>
              <a:gd name="connsiteX0-1" fmla="*/ 1855 w 6518070"/>
              <a:gd name="connsiteY0-2" fmla="*/ 144016 h 144016"/>
              <a:gd name="connsiteX1-3" fmla="*/ 0 w 6518070"/>
              <a:gd name="connsiteY1-4" fmla="*/ 0 h 144016"/>
              <a:gd name="connsiteX2-5" fmla="*/ 6518070 w 6518070"/>
              <a:gd name="connsiteY2-6" fmla="*/ 0 h 144016"/>
              <a:gd name="connsiteX3-7" fmla="*/ 6438505 w 6518070"/>
              <a:gd name="connsiteY3-8" fmla="*/ 144016 h 144016"/>
              <a:gd name="connsiteX4-9" fmla="*/ 1855 w 6518070"/>
              <a:gd name="connsiteY4-10" fmla="*/ 144016 h 144016"/>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6518070" h="144016">
                <a:moveTo>
                  <a:pt x="1855" y="144016"/>
                </a:moveTo>
                <a:cubicBezTo>
                  <a:pt x="1237" y="96011"/>
                  <a:pt x="618" y="48005"/>
                  <a:pt x="0" y="0"/>
                </a:cubicBezTo>
                <a:lnTo>
                  <a:pt x="6518070" y="0"/>
                </a:lnTo>
                <a:lnTo>
                  <a:pt x="6438505" y="144016"/>
                </a:lnTo>
                <a:lnTo>
                  <a:pt x="1855" y="144016"/>
                </a:lnTo>
                <a:close/>
              </a:path>
            </a:pathLst>
          </a:custGeom>
          <a:solidFill>
            <a:srgbClr val="0971CE"/>
          </a:solidFill>
          <a:ln>
            <a:solidFill>
              <a:srgbClr val="156BE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14" name="矩形 13"/>
          <p:cNvSpPr/>
          <p:nvPr userDrawn="1"/>
        </p:nvSpPr>
        <p:spPr>
          <a:xfrm>
            <a:off x="-24679" y="2096226"/>
            <a:ext cx="12241021" cy="2016222"/>
          </a:xfrm>
          <a:prstGeom prst="rect">
            <a:avLst/>
          </a:prstGeom>
        </p:spPr>
        <p:txBody>
          <a:bodyPr wrap="square" anchor="ctr">
            <a:noAutofit/>
          </a:bodyPr>
          <a:lstStyle/>
          <a:p>
            <a:pPr algn="ctr">
              <a:lnSpc>
                <a:spcPct val="120000"/>
              </a:lnSpc>
            </a:pPr>
            <a:r>
              <a:rPr lang="zh-CN" altLang="en-US" sz="5400" b="1" kern="1200" spc="0" dirty="0">
                <a:gradFill>
                  <a:gsLst>
                    <a:gs pos="0">
                      <a:schemeClr val="bg1"/>
                    </a:gs>
                    <a:gs pos="100000">
                      <a:schemeClr val="bg1"/>
                    </a:gs>
                  </a:gsLst>
                  <a:lin ang="5400000" scaled="0"/>
                </a:gradFill>
                <a:latin typeface="微软雅黑" panose="020B0503020204020204" pitchFamily="34" charset="-122"/>
                <a:ea typeface="微软雅黑" panose="020B0503020204020204" pitchFamily="34" charset="-122"/>
                <a:cs typeface="+mn-cs"/>
              </a:rPr>
              <a:t>谢谢大家 欢迎指正</a:t>
            </a:r>
            <a:endParaRPr lang="zh-CN" altLang="en-US" sz="5400" b="1" kern="1200" spc="0" dirty="0">
              <a:gradFill>
                <a:gsLst>
                  <a:gs pos="0">
                    <a:schemeClr val="bg1"/>
                  </a:gs>
                  <a:gs pos="100000">
                    <a:schemeClr val="bg1"/>
                  </a:gs>
                </a:gsLst>
                <a:lin ang="5400000" scaled="0"/>
              </a:gradFill>
              <a:latin typeface="微软雅黑" panose="020B0503020204020204" pitchFamily="34" charset="-122"/>
              <a:ea typeface="微软雅黑" panose="020B0503020204020204" pitchFamily="34" charset="-122"/>
              <a:cs typeface="+mn-cs"/>
            </a:endParaRPr>
          </a:p>
        </p:txBody>
      </p:sp>
      <p:sp>
        <p:nvSpPr>
          <p:cNvPr id="12" name="平行四边形 11"/>
          <p:cNvSpPr/>
          <p:nvPr userDrawn="1"/>
        </p:nvSpPr>
        <p:spPr>
          <a:xfrm>
            <a:off x="4865179" y="1358770"/>
            <a:ext cx="7326821" cy="674618"/>
          </a:xfrm>
          <a:prstGeom prst="parallelogram">
            <a:avLst>
              <a:gd name="adj" fmla="val 23419"/>
            </a:avLst>
          </a:prstGeom>
          <a:solidFill>
            <a:srgbClr val="D3E4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17" name="文本占位符 4"/>
          <p:cNvSpPr>
            <a:spLocks noGrp="1"/>
          </p:cNvSpPr>
          <p:nvPr>
            <p:ph type="body" sz="quarter" idx="11" hasCustomPrompt="1"/>
          </p:nvPr>
        </p:nvSpPr>
        <p:spPr>
          <a:xfrm>
            <a:off x="5075887" y="1367189"/>
            <a:ext cx="6867144" cy="642683"/>
          </a:xfrm>
          <a:prstGeom prst="rect">
            <a:avLst/>
          </a:prstGeom>
        </p:spPr>
        <p:txBody>
          <a:bodyPr anchor="ctr"/>
          <a:lstStyle>
            <a:lvl1pPr marL="0" indent="0" algn="ctr">
              <a:lnSpc>
                <a:spcPct val="100000"/>
              </a:lnSpc>
              <a:spcBef>
                <a:spcPts val="0"/>
              </a:spcBef>
              <a:buFontTx/>
              <a:buNone/>
              <a:defRPr lang="zh-CN" altLang="en-US" sz="2000" b="0" kern="1200" spc="0" dirty="0">
                <a:solidFill>
                  <a:srgbClr val="003F98"/>
                </a:solidFill>
                <a:latin typeface="Arial" panose="020B0604020202020204" pitchFamily="34" charset="0"/>
                <a:ea typeface="微软雅黑" panose="020B0503020204020204" pitchFamily="34" charset="-122"/>
                <a:cs typeface="Arial" panose="020B0604020202020204" pitchFamily="34" charset="0"/>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800" b="1" dirty="0">
                <a:latin typeface="华文楷体" panose="02010600040101010101" pitchFamily="2" charset="-122"/>
                <a:ea typeface="华文楷体" panose="02010600040101010101" pitchFamily="2" charset="-122"/>
              </a:rPr>
              <a:t>智能信息处理与通信技术省高校重点实验室</a:t>
            </a:r>
            <a:endParaRPr lang="zh-CN" altLang="en-US" sz="1800" b="1" dirty="0">
              <a:latin typeface="华文楷体" panose="02010600040101010101" pitchFamily="2" charset="-122"/>
              <a:ea typeface="华文楷体" panose="02010600040101010101" pitchFamily="2" charset="-122"/>
            </a:endParaRPr>
          </a:p>
        </p:txBody>
      </p:sp>
      <p:pic>
        <p:nvPicPr>
          <p:cNvPr id="2" name="图片 1"/>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976320" y="53625"/>
            <a:ext cx="3027010" cy="795287"/>
          </a:xfrm>
          <a:prstGeom prst="rect">
            <a:avLst/>
          </a:prstGeom>
        </p:spPr>
      </p:pic>
      <p:pic>
        <p:nvPicPr>
          <p:cNvPr id="3" name="图片 2" descr="徽标&#10;&#10;描述已自动生成"/>
          <p:cNvPicPr>
            <a:picLocks noChangeAspect="1"/>
          </p:cNvPicPr>
          <p:nvPr userDrawn="1"/>
        </p:nvPicPr>
        <p:blipFill>
          <a:blip r:embed="rId4"/>
          <a:stretch>
            <a:fillRect/>
          </a:stretch>
        </p:blipFill>
        <p:spPr>
          <a:xfrm>
            <a:off x="323685" y="1133745"/>
            <a:ext cx="1078695" cy="996462"/>
          </a:xfrm>
          <a:prstGeom prst="rect">
            <a:avLst/>
          </a:prstGeom>
        </p:spPr>
      </p:pic>
      <p:pic>
        <p:nvPicPr>
          <p:cNvPr id="4" name="图片 3"/>
          <p:cNvPicPr>
            <a:picLocks noChangeAspect="1"/>
          </p:cNvPicPr>
          <p:nvPr userDrawn="1"/>
        </p:nvPicPr>
        <p:blipFill>
          <a:blip r:embed="rId5"/>
          <a:stretch>
            <a:fillRect/>
          </a:stretch>
        </p:blipFill>
        <p:spPr>
          <a:xfrm>
            <a:off x="1415480" y="1263031"/>
            <a:ext cx="3000750" cy="73789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showMasterSp="0" userDrawn="1">
  <p:cSld name="2_自定义版式">
    <p:spTree>
      <p:nvGrpSpPr>
        <p:cNvPr id="1" name=""/>
        <p:cNvGrpSpPr/>
        <p:nvPr/>
      </p:nvGrpSpPr>
      <p:grpSpPr>
        <a:xfrm>
          <a:off x="0" y="0"/>
          <a:ext cx="0" cy="0"/>
          <a:chOff x="0" y="0"/>
          <a:chExt cx="0" cy="0"/>
        </a:xfrm>
      </p:grpSpPr>
      <p:sp>
        <p:nvSpPr>
          <p:cNvPr id="2" name="矩形 1"/>
          <p:cNvSpPr/>
          <p:nvPr userDrawn="1"/>
        </p:nvSpPr>
        <p:spPr>
          <a:xfrm>
            <a:off x="0" y="0"/>
            <a:ext cx="12192000" cy="6858000"/>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pic>
        <p:nvPicPr>
          <p:cNvPr id="4" name="图片 3"/>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200346" y="124241"/>
            <a:ext cx="3813608" cy="919494"/>
          </a:xfrm>
          <a:prstGeom prst="rect">
            <a:avLst/>
          </a:prstGeom>
          <a:noFill/>
          <a:ln>
            <a:noFill/>
          </a:ln>
        </p:spPr>
      </p:pic>
      <p:sp>
        <p:nvSpPr>
          <p:cNvPr id="9" name="文本占位符 8"/>
          <p:cNvSpPr>
            <a:spLocks noGrp="1"/>
          </p:cNvSpPr>
          <p:nvPr>
            <p:ph type="body" sz="quarter" idx="10" hasCustomPrompt="1"/>
          </p:nvPr>
        </p:nvSpPr>
        <p:spPr>
          <a:xfrm>
            <a:off x="35328" y="1444685"/>
            <a:ext cx="12156673" cy="914400"/>
          </a:xfrm>
          <a:prstGeom prst="rect">
            <a:avLst/>
          </a:prstGeom>
        </p:spPr>
        <p:txBody>
          <a:bodyPr anchor="ctr"/>
          <a:lstStyle>
            <a:lvl1pPr marL="0" indent="0" algn="ctr">
              <a:buFontTx/>
              <a:buNone/>
              <a:defRPr lang="zh-CN" altLang="en-US" sz="5400" b="1" kern="1200" dirty="0">
                <a:solidFill>
                  <a:srgbClr val="FFFF00"/>
                </a:solidFill>
                <a:latin typeface="微软雅黑" panose="020B0503020204020204" pitchFamily="34" charset="-122"/>
                <a:ea typeface="微软雅黑" panose="020B0503020204020204" pitchFamily="34" charset="-122"/>
                <a:cs typeface="+mn-cs"/>
              </a:defRPr>
            </a:lvl1pPr>
          </a:lstStyle>
          <a:p>
            <a:pPr lvl="0"/>
            <a:r>
              <a:rPr lang="zh-CN" altLang="en-US" dirty="0"/>
              <a:t>热烈欢迎</a:t>
            </a:r>
            <a:endParaRPr lang="zh-CN" altLang="en-US" dirty="0"/>
          </a:p>
        </p:txBody>
      </p:sp>
      <p:sp>
        <p:nvSpPr>
          <p:cNvPr id="10" name="文本占位符 8"/>
          <p:cNvSpPr>
            <a:spLocks noGrp="1"/>
          </p:cNvSpPr>
          <p:nvPr>
            <p:ph type="body" sz="quarter" idx="11" hasCustomPrompt="1"/>
          </p:nvPr>
        </p:nvSpPr>
        <p:spPr>
          <a:xfrm>
            <a:off x="35328" y="2669073"/>
            <a:ext cx="12156673" cy="914400"/>
          </a:xfrm>
          <a:prstGeom prst="rect">
            <a:avLst/>
          </a:prstGeom>
        </p:spPr>
        <p:txBody>
          <a:bodyPr anchor="ctr"/>
          <a:lstStyle>
            <a:lvl1pPr marL="0" indent="0" algn="ctr">
              <a:buFontTx/>
              <a:buNone/>
              <a:defRPr lang="zh-CN" altLang="en-US" sz="4800" b="1" kern="1200" dirty="0">
                <a:solidFill>
                  <a:srgbClr val="FFFF00"/>
                </a:solidFill>
                <a:latin typeface="微软雅黑" panose="020B0503020204020204" pitchFamily="34" charset="-122"/>
                <a:ea typeface="微软雅黑" panose="020B0503020204020204" pitchFamily="34" charset="-122"/>
                <a:cs typeface="+mn-cs"/>
              </a:defRPr>
            </a:lvl1pPr>
          </a:lstStyle>
          <a:p>
            <a:pPr lvl="0"/>
            <a:r>
              <a:rPr lang="zh-CN" altLang="en-US" dirty="0"/>
              <a:t>南京邮电大学</a:t>
            </a:r>
            <a:endParaRPr lang="zh-CN" altLang="en-US" dirty="0"/>
          </a:p>
        </p:txBody>
      </p:sp>
      <p:sp>
        <p:nvSpPr>
          <p:cNvPr id="11" name="文本占位符 8"/>
          <p:cNvSpPr>
            <a:spLocks noGrp="1"/>
          </p:cNvSpPr>
          <p:nvPr>
            <p:ph type="body" sz="quarter" idx="12" hasCustomPrompt="1"/>
          </p:nvPr>
        </p:nvSpPr>
        <p:spPr>
          <a:xfrm>
            <a:off x="35326" y="3846909"/>
            <a:ext cx="12156673" cy="914400"/>
          </a:xfrm>
          <a:prstGeom prst="rect">
            <a:avLst/>
          </a:prstGeom>
        </p:spPr>
        <p:txBody>
          <a:bodyPr anchor="ctr"/>
          <a:lstStyle>
            <a:lvl1pPr marL="0" indent="0" algn="ctr">
              <a:buFontTx/>
              <a:buNone/>
              <a:defRPr lang="zh-CN" altLang="en-US" sz="4000" b="1" kern="1200" dirty="0">
                <a:solidFill>
                  <a:srgbClr val="FFFF00"/>
                </a:solidFill>
                <a:latin typeface="微软雅黑" panose="020B0503020204020204" pitchFamily="34" charset="-122"/>
                <a:ea typeface="微软雅黑" panose="020B0503020204020204" pitchFamily="34" charset="-122"/>
                <a:cs typeface="+mn-cs"/>
              </a:defRPr>
            </a:lvl1pPr>
          </a:lstStyle>
          <a:p>
            <a:pPr lvl="0"/>
            <a:r>
              <a:rPr lang="zh-CN" altLang="en-US" dirty="0"/>
              <a:t>莅临南京邮电大学边缘智能研究院</a:t>
            </a:r>
            <a:endParaRPr lang="zh-CN" altLang="en-US" dirty="0"/>
          </a:p>
        </p:txBody>
      </p:sp>
      <p:pic>
        <p:nvPicPr>
          <p:cNvPr id="8" name="图片 7"/>
          <p:cNvPicPr>
            <a:picLocks noChangeAspect="1"/>
          </p:cNvPicPr>
          <p:nvPr userDrawn="1"/>
        </p:nvPicPr>
        <p:blipFill>
          <a:blip r:embed="rId4">
            <a:biLevel thresh="25000"/>
            <a:extLst>
              <a:ext uri="{28A0092B-C50C-407E-A947-70E740481C1C}">
                <a14:useLocalDpi xmlns:a14="http://schemas.microsoft.com/office/drawing/2010/main" val="0"/>
              </a:ext>
            </a:extLst>
          </a:blip>
          <a:stretch>
            <a:fillRect/>
          </a:stretch>
        </p:blipFill>
        <p:spPr>
          <a:xfrm>
            <a:off x="7446150" y="176662"/>
            <a:ext cx="4612734" cy="567901"/>
          </a:xfrm>
          <a:prstGeom prst="rect">
            <a:avLst/>
          </a:prstGeom>
        </p:spPr>
      </p:pic>
      <p:sp>
        <p:nvSpPr>
          <p:cNvPr id="13" name="文本框 12"/>
          <p:cNvSpPr txBox="1"/>
          <p:nvPr userDrawn="1"/>
        </p:nvSpPr>
        <p:spPr>
          <a:xfrm>
            <a:off x="4992201" y="5787468"/>
            <a:ext cx="224292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fld id="{D6891E28-1E21-4621-B9C7-5A0B3731C0FC}" type="datetime2">
              <a:rPr lang="zh-CN" altLang="en-US" sz="2400" b="1" kern="1200" smtClean="0">
                <a:solidFill>
                  <a:srgbClr val="FFFF00"/>
                </a:solidFill>
                <a:latin typeface="微软雅黑" panose="020B0503020204020204" pitchFamily="34" charset="-122"/>
                <a:ea typeface="微软雅黑" panose="020B0503020204020204" pitchFamily="34" charset="-122"/>
                <a:cs typeface="+mn-cs"/>
              </a:rPr>
            </a:fld>
            <a:endParaRPr lang="zh-CN" altLang="en-US" sz="2400" b="1" kern="1200" dirty="0">
              <a:solidFill>
                <a:srgbClr val="FFFF00"/>
              </a:solidFill>
              <a:latin typeface="微软雅黑" panose="020B0503020204020204" pitchFamily="34" charset="-122"/>
              <a:ea typeface="微软雅黑" panose="020B0503020204020204" pitchFamily="34" charset="-122"/>
              <a:cs typeface="+mn-c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showMasterSp="0" userDrawn="1">
  <p:cSld name="12_自定义版式">
    <p:spTree>
      <p:nvGrpSpPr>
        <p:cNvPr id="1" name=""/>
        <p:cNvGrpSpPr/>
        <p:nvPr/>
      </p:nvGrpSpPr>
      <p:grpSpPr>
        <a:xfrm>
          <a:off x="0" y="0"/>
          <a:ext cx="0" cy="0"/>
          <a:chOff x="0" y="0"/>
          <a:chExt cx="0" cy="0"/>
        </a:xfrm>
      </p:grpSpPr>
      <p:grpSp>
        <p:nvGrpSpPr>
          <p:cNvPr id="2" name="组合 42"/>
          <p:cNvGrpSpPr/>
          <p:nvPr userDrawn="1"/>
        </p:nvGrpSpPr>
        <p:grpSpPr bwMode="auto">
          <a:xfrm>
            <a:off x="337752" y="998731"/>
            <a:ext cx="4438101" cy="2161665"/>
            <a:chOff x="3188065" y="1778329"/>
            <a:chExt cx="2489174" cy="2267160"/>
          </a:xfrm>
        </p:grpSpPr>
        <p:sp>
          <p:nvSpPr>
            <p:cNvPr id="3" name="圆角矩形 14"/>
            <p:cNvSpPr>
              <a:spLocks noChangeArrowheads="1"/>
            </p:cNvSpPr>
            <p:nvPr/>
          </p:nvSpPr>
          <p:spPr bwMode="auto">
            <a:xfrm>
              <a:off x="3188065" y="1778329"/>
              <a:ext cx="2489174" cy="2267160"/>
            </a:xfrm>
            <a:prstGeom prst="roundRect">
              <a:avLst>
                <a:gd name="adj" fmla="val 5015"/>
              </a:avLst>
            </a:prstGeom>
            <a:solidFill>
              <a:schemeClr val="bg1"/>
            </a:solidFill>
            <a:ln w="6350">
              <a:solidFill>
                <a:srgbClr val="0971CE"/>
              </a:solidFill>
              <a:prstDash val="dash"/>
              <a:round/>
            </a:ln>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lnSpc>
                  <a:spcPct val="135000"/>
                </a:lnSpc>
                <a:spcBef>
                  <a:spcPts val="1200"/>
                </a:spcBef>
                <a:spcAft>
                  <a:spcPts val="1200"/>
                </a:spcAft>
                <a:buClr>
                  <a:srgbClr val="202A36"/>
                </a:buClr>
                <a:buFontTx/>
                <a:buNone/>
              </a:pPr>
              <a:endParaRPr lang="zh-CN" altLang="en-US" sz="1600">
                <a:latin typeface="Arial" panose="020B0604020202020204" pitchFamily="34" charset="0"/>
                <a:ea typeface="微软雅黑" panose="020B0503020204020204" pitchFamily="34" charset="-122"/>
              </a:endParaRPr>
            </a:p>
          </p:txBody>
        </p:sp>
        <p:sp>
          <p:nvSpPr>
            <p:cNvPr id="4" name="矩形 3"/>
            <p:cNvSpPr/>
            <p:nvPr/>
          </p:nvSpPr>
          <p:spPr>
            <a:xfrm>
              <a:off x="3188436" y="1850969"/>
              <a:ext cx="2488803" cy="458308"/>
            </a:xfrm>
            <a:prstGeom prst="rect">
              <a:avLst/>
            </a:prstGeom>
            <a:solidFill>
              <a:srgbClr val="0971C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dirty="0">
                <a:ln w="11430"/>
                <a:gradFill>
                  <a:gsLst>
                    <a:gs pos="25000">
                      <a:schemeClr val="bg1"/>
                    </a:gs>
                    <a:gs pos="100000">
                      <a:schemeClr val="bg1">
                        <a:lumMod val="95000"/>
                      </a:schemeClr>
                    </a:gs>
                  </a:gsLst>
                  <a:lin ang="5400000"/>
                </a:gradFill>
                <a:latin typeface="Arial" panose="020B0604020202020204" pitchFamily="34" charset="0"/>
                <a:ea typeface="微软雅黑" panose="020B0503020204020204" pitchFamily="34" charset="-122"/>
                <a:cs typeface="Arial" panose="020B0604020202020204" pitchFamily="34" charset="0"/>
              </a:endParaRPr>
            </a:p>
          </p:txBody>
        </p:sp>
      </p:grpSp>
      <p:sp>
        <p:nvSpPr>
          <p:cNvPr id="5" name="文本占位符 13"/>
          <p:cNvSpPr>
            <a:spLocks noGrp="1"/>
          </p:cNvSpPr>
          <p:nvPr>
            <p:ph type="body" sz="quarter" idx="10" hasCustomPrompt="1"/>
          </p:nvPr>
        </p:nvSpPr>
        <p:spPr>
          <a:xfrm>
            <a:off x="400867" y="3322513"/>
            <a:ext cx="4819411" cy="448095"/>
          </a:xfrm>
          <a:prstGeom prst="rect">
            <a:avLst/>
          </a:prstGeom>
        </p:spPr>
        <p:txBody>
          <a:bodyPr anchor="ctr"/>
          <a:lstStyle>
            <a:lvl1pPr>
              <a:defRPr sz="1400" b="1">
                <a:latin typeface="微软雅黑" panose="020B0503020204020204" pitchFamily="34" charset="-122"/>
                <a:ea typeface="微软雅黑" panose="020B0503020204020204" pitchFamily="34" charset="-122"/>
              </a:defRPr>
            </a:lvl1pPr>
          </a:lstStyle>
          <a:p>
            <a:pPr lvl="0"/>
            <a:r>
              <a:rPr lang="zh-CN" altLang="en-US" dirty="0"/>
              <a:t>文字</a:t>
            </a:r>
            <a:endParaRPr lang="zh-CN" altLang="en-US" dirty="0"/>
          </a:p>
        </p:txBody>
      </p:sp>
      <p:sp>
        <p:nvSpPr>
          <p:cNvPr id="6" name="文本占位符 13"/>
          <p:cNvSpPr>
            <a:spLocks noGrp="1"/>
          </p:cNvSpPr>
          <p:nvPr>
            <p:ph type="body" sz="quarter" idx="11" hasCustomPrompt="1"/>
          </p:nvPr>
        </p:nvSpPr>
        <p:spPr>
          <a:xfrm>
            <a:off x="343970" y="1036659"/>
            <a:ext cx="4431884" cy="448095"/>
          </a:xfrm>
          <a:prstGeom prst="rect">
            <a:avLst/>
          </a:prstGeom>
        </p:spPr>
        <p:txBody>
          <a:bodyPr anchor="ctr"/>
          <a:lstStyle>
            <a:lvl1pPr marL="0" indent="0" algn="ctr">
              <a:buFontTx/>
              <a:buNone/>
              <a:defRPr sz="1600" b="1">
                <a:solidFill>
                  <a:schemeClr val="bg1"/>
                </a:solidFill>
                <a:latin typeface="微软雅黑" panose="020B0503020204020204" pitchFamily="34" charset="-122"/>
                <a:ea typeface="微软雅黑" panose="020B0503020204020204" pitchFamily="34" charset="-122"/>
              </a:defRPr>
            </a:lvl1pPr>
          </a:lstStyle>
          <a:p>
            <a:pPr lvl="0"/>
            <a:r>
              <a:rPr lang="zh-CN" altLang="en-US" dirty="0"/>
              <a:t>文字</a:t>
            </a:r>
            <a:endParaRPr lang="zh-CN" altLang="en-US" dirty="0"/>
          </a:p>
        </p:txBody>
      </p:sp>
      <p:sp>
        <p:nvSpPr>
          <p:cNvPr id="7" name="圆角矩形 6"/>
          <p:cNvSpPr/>
          <p:nvPr userDrawn="1"/>
        </p:nvSpPr>
        <p:spPr>
          <a:xfrm>
            <a:off x="2975653" y="4734146"/>
            <a:ext cx="8628464" cy="978835"/>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180000" rIns="36000" rtlCol="0" anchor="ctr"/>
          <a:lstStyle/>
          <a:p>
            <a:pPr>
              <a:lnSpc>
                <a:spcPct val="135000"/>
              </a:lnSpc>
            </a:pPr>
            <a:endParaRPr lang="en-US" altLang="zh-CN" sz="1600" dirty="0">
              <a:ln w="11430"/>
              <a:gradFill>
                <a:gsLst>
                  <a:gs pos="0">
                    <a:schemeClr val="tx1">
                      <a:lumMod val="95000"/>
                      <a:lumOff val="5000"/>
                    </a:schemeClr>
                  </a:gs>
                  <a:gs pos="100000">
                    <a:schemeClr val="tx1">
                      <a:lumMod val="95000"/>
                      <a:lumOff val="5000"/>
                    </a:schemeClr>
                  </a:gs>
                </a:gsLst>
                <a:lin ang="5400000" scaled="1"/>
              </a:gradFill>
              <a:latin typeface="微软雅黑" panose="020B0503020204020204" pitchFamily="34" charset="-122"/>
              <a:ea typeface="微软雅黑" panose="020B0503020204020204" pitchFamily="34" charset="-122"/>
            </a:endParaRPr>
          </a:p>
        </p:txBody>
      </p:sp>
      <p:sp>
        <p:nvSpPr>
          <p:cNvPr id="8" name="圆角矩形 7"/>
          <p:cNvSpPr/>
          <p:nvPr userDrawn="1"/>
        </p:nvSpPr>
        <p:spPr>
          <a:xfrm>
            <a:off x="754781" y="4820051"/>
            <a:ext cx="1805651" cy="807022"/>
          </a:xfrm>
          <a:prstGeom prst="roundRect">
            <a:avLst/>
          </a:prstGeom>
          <a:solidFill>
            <a:srgbClr val="003F98"/>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endParaRPr lang="zh-CN" altLang="zh-CN" sz="1800" dirty="0">
              <a:ln w="11430"/>
              <a:solidFill>
                <a:schemeClr val="bg1"/>
              </a:solidFill>
              <a:latin typeface="微软雅黑" panose="020B0503020204020204" pitchFamily="34" charset="-122"/>
              <a:ea typeface="微软雅黑" panose="020B0503020204020204" pitchFamily="34" charset="-122"/>
            </a:endParaRPr>
          </a:p>
        </p:txBody>
      </p:sp>
      <p:sp>
        <p:nvSpPr>
          <p:cNvPr id="9" name="右箭头 8"/>
          <p:cNvSpPr/>
          <p:nvPr userDrawn="1"/>
        </p:nvSpPr>
        <p:spPr>
          <a:xfrm>
            <a:off x="2629147" y="5102028"/>
            <a:ext cx="277792" cy="243068"/>
          </a:xfrm>
          <a:prstGeom prst="rightArrow">
            <a:avLst/>
          </a:prstGeom>
          <a:solidFill>
            <a:srgbClr val="003F9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10" name="文本占位符 19"/>
          <p:cNvSpPr>
            <a:spLocks noGrp="1"/>
          </p:cNvSpPr>
          <p:nvPr>
            <p:ph type="body" sz="quarter" idx="12" hasCustomPrompt="1"/>
          </p:nvPr>
        </p:nvSpPr>
        <p:spPr>
          <a:xfrm>
            <a:off x="755407" y="4820855"/>
            <a:ext cx="1791565" cy="806218"/>
          </a:xfrm>
          <a:prstGeom prst="rect">
            <a:avLst/>
          </a:prstGeom>
        </p:spPr>
        <p:txBody>
          <a:bodyPr anchor="ctr"/>
          <a:lstStyle>
            <a:lvl1pPr marL="0" indent="0" algn="ctr">
              <a:buFontTx/>
              <a:buNone/>
              <a:defRPr lang="zh-CN" altLang="en-US" sz="1800" b="1" kern="1200" dirty="0">
                <a:ln w="11430"/>
                <a:solidFill>
                  <a:schemeClr val="bg1"/>
                </a:solidFill>
                <a:latin typeface="微软雅黑" panose="020B0503020204020204" pitchFamily="34" charset="-122"/>
                <a:ea typeface="微软雅黑" panose="020B0503020204020204" pitchFamily="34" charset="-122"/>
                <a:cs typeface="+mn-cs"/>
              </a:defRPr>
            </a:lvl1pPr>
          </a:lstStyle>
          <a:p>
            <a:pPr lvl="0"/>
            <a:r>
              <a:rPr lang="zh-CN" altLang="en-US" dirty="0"/>
              <a:t>文字</a:t>
            </a:r>
            <a:endParaRPr lang="en-US" altLang="zh-CN" dirty="0"/>
          </a:p>
        </p:txBody>
      </p:sp>
      <p:sp>
        <p:nvSpPr>
          <p:cNvPr id="11" name="文本占位符 21"/>
          <p:cNvSpPr>
            <a:spLocks noGrp="1"/>
          </p:cNvSpPr>
          <p:nvPr>
            <p:ph type="body" sz="quarter" idx="13" hasCustomPrompt="1"/>
          </p:nvPr>
        </p:nvSpPr>
        <p:spPr>
          <a:xfrm>
            <a:off x="3092339" y="4766362"/>
            <a:ext cx="8344255" cy="914400"/>
          </a:xfrm>
          <a:prstGeom prst="rect">
            <a:avLst/>
          </a:prstGeom>
        </p:spPr>
        <p:txBody>
          <a:bodyPr anchor="ctr"/>
          <a:lstStyle>
            <a:lvl1pPr>
              <a:defRPr sz="1600" b="1">
                <a:latin typeface="微软雅黑" panose="020B0503020204020204" pitchFamily="34" charset="-122"/>
                <a:ea typeface="微软雅黑" panose="020B0503020204020204" pitchFamily="34" charset="-122"/>
              </a:defRPr>
            </a:lvl1pPr>
          </a:lstStyle>
          <a:p>
            <a:pPr lvl="0"/>
            <a:r>
              <a:rPr lang="zh-CN" altLang="en-US" dirty="0"/>
              <a:t>文字</a:t>
            </a:r>
            <a:endParaRPr lang="en-US" altLang="zh-CN" dirty="0"/>
          </a:p>
        </p:txBody>
      </p:sp>
      <p:sp>
        <p:nvSpPr>
          <p:cNvPr id="12" name="矩形 11"/>
          <p:cNvSpPr/>
          <p:nvPr userDrawn="1"/>
        </p:nvSpPr>
        <p:spPr>
          <a:xfrm>
            <a:off x="6270435" y="1529346"/>
            <a:ext cx="5166159" cy="863797"/>
          </a:xfrm>
          <a:prstGeom prst="rect">
            <a:avLst/>
          </a:prstGeom>
          <a:noFill/>
          <a:ln w="6350">
            <a:solidFill>
              <a:srgbClr val="003F9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050" b="0" i="0" u="none" strike="noStrike" kern="1200" cap="none" spc="0" normalizeH="0" baseline="0" noProof="0">
              <a:ln>
                <a:noFill/>
              </a:ln>
              <a:solidFill>
                <a:prstClr val="white"/>
              </a:solidFill>
              <a:effectLst/>
              <a:uLnTx/>
              <a:uFillTx/>
              <a:latin typeface="微软雅黑" panose="020B0503020204020204" pitchFamily="34" charset="-122"/>
              <a:ea typeface="微软雅黑" panose="020B0503020204020204" pitchFamily="34" charset="-122"/>
              <a:cs typeface="+mn-cs"/>
            </a:endParaRPr>
          </a:p>
        </p:txBody>
      </p:sp>
      <p:sp>
        <p:nvSpPr>
          <p:cNvPr id="13" name="圆角矩形 12"/>
          <p:cNvSpPr/>
          <p:nvPr userDrawn="1"/>
        </p:nvSpPr>
        <p:spPr>
          <a:xfrm>
            <a:off x="6389169" y="1637929"/>
            <a:ext cx="835936" cy="287011"/>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lnSpc>
                <a:spcPct val="120000"/>
              </a:lnSpc>
            </a:pPr>
            <a:r>
              <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rPr>
              <a:t>管理部门</a:t>
            </a:r>
            <a:endPar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14" name="矩形 34"/>
          <p:cNvSpPr>
            <a:spLocks noChangeArrowheads="1"/>
          </p:cNvSpPr>
          <p:nvPr userDrawn="1"/>
        </p:nvSpPr>
        <p:spPr bwMode="auto">
          <a:xfrm>
            <a:off x="5641670" y="1521639"/>
            <a:ext cx="628765" cy="879454"/>
          </a:xfrm>
          <a:prstGeom prst="rect">
            <a:avLst/>
          </a:prstGeom>
          <a:solidFill>
            <a:srgbClr val="003F98"/>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r>
              <a:rPr lang="zh-CN" altLang="en-US" sz="1100" dirty="0">
                <a:ln w="11430"/>
                <a:solidFill>
                  <a:schemeClr val="bg1"/>
                </a:solidFill>
                <a:latin typeface="微软雅黑" panose="020B0503020204020204" pitchFamily="34" charset="-122"/>
                <a:ea typeface="微软雅黑" panose="020B0503020204020204" pitchFamily="34" charset="-122"/>
                <a:sym typeface="Arial" panose="020B0604020202020204" pitchFamily="34" charset="0"/>
              </a:rPr>
              <a:t>数据</a:t>
            </a:r>
            <a:endParaRPr lang="zh-CN" altLang="en-US" sz="1100" dirty="0">
              <a:ln w="11430"/>
              <a:solidFill>
                <a:schemeClr val="bg1"/>
              </a:solidFill>
              <a:latin typeface="微软雅黑" panose="020B0503020204020204" pitchFamily="34" charset="-122"/>
              <a:ea typeface="微软雅黑" panose="020B0503020204020204" pitchFamily="34" charset="-122"/>
              <a:sym typeface="Arial" panose="020B0604020202020204" pitchFamily="34" charset="0"/>
            </a:endParaRPr>
          </a:p>
          <a:p>
            <a:pPr algn="ctr"/>
            <a:r>
              <a:rPr lang="zh-CN" altLang="en-US" sz="1100" dirty="0">
                <a:ln w="11430"/>
                <a:solidFill>
                  <a:schemeClr val="bg1"/>
                </a:solidFill>
                <a:latin typeface="微软雅黑" panose="020B0503020204020204" pitchFamily="34" charset="-122"/>
                <a:ea typeface="微软雅黑" panose="020B0503020204020204" pitchFamily="34" charset="-122"/>
                <a:sym typeface="Arial" panose="020B0604020202020204" pitchFamily="34" charset="0"/>
              </a:rPr>
              <a:t>对象</a:t>
            </a:r>
            <a:endParaRPr lang="zh-CN" altLang="en-US" sz="1100" dirty="0">
              <a:ln w="11430"/>
              <a:solidFill>
                <a:schemeClr val="bg1"/>
              </a:solidFill>
              <a:latin typeface="微软雅黑" panose="020B0503020204020204" pitchFamily="34" charset="-122"/>
              <a:ea typeface="微软雅黑" panose="020B0503020204020204" pitchFamily="34" charset="-122"/>
              <a:sym typeface="Arial" panose="020B0604020202020204" pitchFamily="34" charset="0"/>
            </a:endParaRPr>
          </a:p>
        </p:txBody>
      </p:sp>
      <p:sp>
        <p:nvSpPr>
          <p:cNvPr id="15" name="圆角矩形 14"/>
          <p:cNvSpPr/>
          <p:nvPr userDrawn="1"/>
        </p:nvSpPr>
        <p:spPr>
          <a:xfrm>
            <a:off x="7301540" y="1637929"/>
            <a:ext cx="861931" cy="287011"/>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lnSpc>
                <a:spcPct val="120000"/>
              </a:lnSpc>
            </a:pPr>
            <a:r>
              <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rPr>
              <a:t>医疗机构</a:t>
            </a:r>
            <a:endPar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endParaRPr>
          </a:p>
        </p:txBody>
      </p:sp>
      <p:sp>
        <p:nvSpPr>
          <p:cNvPr id="16" name="圆角矩形 15"/>
          <p:cNvSpPr/>
          <p:nvPr userDrawn="1"/>
        </p:nvSpPr>
        <p:spPr>
          <a:xfrm>
            <a:off x="7753106" y="2000368"/>
            <a:ext cx="895925" cy="295029"/>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lnSpc>
                <a:spcPct val="120000"/>
              </a:lnSpc>
            </a:pPr>
            <a:r>
              <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rPr>
              <a:t>诊疗信息</a:t>
            </a:r>
            <a:endPar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endParaRPr>
          </a:p>
        </p:txBody>
      </p:sp>
      <p:sp>
        <p:nvSpPr>
          <p:cNvPr id="17" name="圆角矩形 16"/>
          <p:cNvSpPr/>
          <p:nvPr userDrawn="1"/>
        </p:nvSpPr>
        <p:spPr>
          <a:xfrm>
            <a:off x="8731725" y="2008386"/>
            <a:ext cx="900887" cy="287011"/>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lnSpc>
                <a:spcPct val="120000"/>
              </a:lnSpc>
            </a:pPr>
            <a:r>
              <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rPr>
              <a:t>随访信息</a:t>
            </a:r>
            <a:endPar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endParaRPr>
          </a:p>
        </p:txBody>
      </p:sp>
      <p:sp>
        <p:nvSpPr>
          <p:cNvPr id="18" name="圆角矩形 17"/>
          <p:cNvSpPr/>
          <p:nvPr userDrawn="1"/>
        </p:nvSpPr>
        <p:spPr>
          <a:xfrm>
            <a:off x="9752824" y="2003199"/>
            <a:ext cx="981685" cy="287011"/>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lnSpc>
                <a:spcPct val="120000"/>
              </a:lnSpc>
            </a:pPr>
            <a:r>
              <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rPr>
              <a:t>医保数据</a:t>
            </a:r>
            <a:endPar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endParaRPr>
          </a:p>
        </p:txBody>
      </p:sp>
      <p:sp>
        <p:nvSpPr>
          <p:cNvPr id="19" name="圆角矩形 18"/>
          <p:cNvSpPr/>
          <p:nvPr userDrawn="1"/>
        </p:nvSpPr>
        <p:spPr>
          <a:xfrm>
            <a:off x="10466128" y="1637929"/>
            <a:ext cx="863579" cy="287011"/>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lnSpc>
                <a:spcPct val="120000"/>
              </a:lnSpc>
            </a:pPr>
            <a:r>
              <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rPr>
              <a:t>研究机构</a:t>
            </a:r>
            <a:endPar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endParaRPr>
          </a:p>
        </p:txBody>
      </p:sp>
      <p:sp>
        <p:nvSpPr>
          <p:cNvPr id="20" name="圆角矩形 19"/>
          <p:cNvSpPr/>
          <p:nvPr userDrawn="1"/>
        </p:nvSpPr>
        <p:spPr>
          <a:xfrm>
            <a:off x="6389169" y="2004379"/>
            <a:ext cx="1273152" cy="287011"/>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lnSpc>
                <a:spcPct val="120000"/>
              </a:lnSpc>
            </a:pPr>
            <a:r>
              <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rPr>
              <a:t>患者基本信息</a:t>
            </a:r>
            <a:endPar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endParaRPr>
          </a:p>
        </p:txBody>
      </p:sp>
      <p:sp>
        <p:nvSpPr>
          <p:cNvPr id="21" name="圆角矩形 20"/>
          <p:cNvSpPr/>
          <p:nvPr userDrawn="1"/>
        </p:nvSpPr>
        <p:spPr>
          <a:xfrm>
            <a:off x="8239905" y="1637929"/>
            <a:ext cx="662251" cy="287011"/>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lnSpc>
                <a:spcPct val="120000"/>
              </a:lnSpc>
            </a:pPr>
            <a:r>
              <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rPr>
              <a:t>家庭</a:t>
            </a:r>
            <a:endPar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endParaRPr>
          </a:p>
        </p:txBody>
      </p:sp>
      <p:sp>
        <p:nvSpPr>
          <p:cNvPr id="22" name="圆角矩形 21"/>
          <p:cNvSpPr/>
          <p:nvPr userDrawn="1"/>
        </p:nvSpPr>
        <p:spPr>
          <a:xfrm>
            <a:off x="8978591" y="1637929"/>
            <a:ext cx="697799" cy="287011"/>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lnSpc>
                <a:spcPct val="120000"/>
              </a:lnSpc>
            </a:pPr>
            <a:r>
              <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rPr>
              <a:t>患者</a:t>
            </a:r>
            <a:endPar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endParaRPr>
          </a:p>
        </p:txBody>
      </p:sp>
      <p:sp>
        <p:nvSpPr>
          <p:cNvPr id="23" name="圆角矩形 22"/>
          <p:cNvSpPr/>
          <p:nvPr userDrawn="1"/>
        </p:nvSpPr>
        <p:spPr>
          <a:xfrm>
            <a:off x="9752825" y="1637929"/>
            <a:ext cx="636868" cy="287011"/>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r>
              <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rPr>
              <a:t>企业</a:t>
            </a:r>
            <a:endPar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endParaRPr>
          </a:p>
        </p:txBody>
      </p:sp>
      <p:sp>
        <p:nvSpPr>
          <p:cNvPr id="24" name="文本框 23"/>
          <p:cNvSpPr txBox="1"/>
          <p:nvPr userDrawn="1"/>
        </p:nvSpPr>
        <p:spPr>
          <a:xfrm>
            <a:off x="10734509" y="1981725"/>
            <a:ext cx="828739" cy="369332"/>
          </a:xfrm>
          <a:prstGeom prst="rect">
            <a:avLst/>
          </a:prstGeom>
          <a:noFill/>
        </p:spPr>
        <p:txBody>
          <a:bodyPr wrap="square" rtlCol="0">
            <a:spAutoFit/>
          </a:bodyPr>
          <a:lstStyle/>
          <a:p>
            <a:r>
              <a:rPr lang="en-US" altLang="zh-CN" sz="1800" dirty="0">
                <a:solidFill>
                  <a:schemeClr val="tx1">
                    <a:lumMod val="95000"/>
                    <a:lumOff val="5000"/>
                  </a:schemeClr>
                </a:solidFill>
                <a:latin typeface="微软雅黑" panose="020B0503020204020204" pitchFamily="34" charset="-122"/>
                <a:ea typeface="微软雅黑" panose="020B0503020204020204" pitchFamily="34" charset="-122"/>
              </a:rPr>
              <a:t>……</a:t>
            </a:r>
            <a:endParaRPr lang="zh-CN" altLang="en-US" sz="18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showMasterSp="0" userDrawn="1">
  <p:cSld name="9_自定义版式">
    <p:spTree>
      <p:nvGrpSpPr>
        <p:cNvPr id="1" name=""/>
        <p:cNvGrpSpPr/>
        <p:nvPr/>
      </p:nvGrpSpPr>
      <p:grpSpPr>
        <a:xfrm>
          <a:off x="0" y="0"/>
          <a:ext cx="0" cy="0"/>
          <a:chOff x="0" y="0"/>
          <a:chExt cx="0" cy="0"/>
        </a:xfrm>
      </p:grpSpPr>
      <p:sp>
        <p:nvSpPr>
          <p:cNvPr id="4" name="iṩlîḋé"/>
          <p:cNvSpPr/>
          <p:nvPr userDrawn="1"/>
        </p:nvSpPr>
        <p:spPr>
          <a:xfrm>
            <a:off x="755408" y="1448780"/>
            <a:ext cx="4896921" cy="1225864"/>
          </a:xfrm>
          <a:prstGeom prst="rect">
            <a:avLst/>
          </a:prstGeom>
          <a:solidFill>
            <a:schemeClr val="bg1"/>
          </a:solidFill>
          <a:ln w="76200">
            <a:solidFill>
              <a:srgbClr val="0971CE"/>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sz="1800"/>
          </a:p>
        </p:txBody>
      </p:sp>
      <p:sp>
        <p:nvSpPr>
          <p:cNvPr id="5" name="íslíḓe"/>
          <p:cNvSpPr/>
          <p:nvPr userDrawn="1"/>
        </p:nvSpPr>
        <p:spPr>
          <a:xfrm>
            <a:off x="411323" y="1696259"/>
            <a:ext cx="5527148" cy="76882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sz="1800"/>
          </a:p>
        </p:txBody>
      </p:sp>
      <p:sp>
        <p:nvSpPr>
          <p:cNvPr id="6" name="矩形 5"/>
          <p:cNvSpPr/>
          <p:nvPr userDrawn="1"/>
        </p:nvSpPr>
        <p:spPr>
          <a:xfrm>
            <a:off x="838534" y="1590583"/>
            <a:ext cx="4747801" cy="400110"/>
          </a:xfrm>
          <a:prstGeom prst="rect">
            <a:avLst/>
          </a:prstGeom>
        </p:spPr>
        <p:txBody>
          <a:bodyPr wrap="square">
            <a:spAutoFit/>
          </a:bodyPr>
          <a:lstStyle/>
          <a:p>
            <a:pPr algn="ctr"/>
            <a:r>
              <a:rPr lang="zh-CN" altLang="en-US" sz="2000" noProof="1">
                <a:gradFill>
                  <a:gsLst>
                    <a:gs pos="0">
                      <a:schemeClr val="tx1">
                        <a:lumMod val="85000"/>
                        <a:lumOff val="15000"/>
                      </a:schemeClr>
                    </a:gs>
                    <a:gs pos="100000">
                      <a:schemeClr val="tx1">
                        <a:lumMod val="85000"/>
                        <a:lumOff val="15000"/>
                      </a:schemeClr>
                    </a:gs>
                  </a:gsLst>
                  <a:lin ang="5400000" scaled="1"/>
                </a:gradFill>
                <a:latin typeface="微软雅黑" panose="020B0503020204020204" pitchFamily="34" charset="-122"/>
                <a:ea typeface="微软雅黑" panose="020B0503020204020204" pitchFamily="34" charset="-122"/>
              </a:rPr>
              <a:t>文字</a:t>
            </a:r>
            <a:endParaRPr lang="en-US" altLang="zh-CN" sz="2400" dirty="0">
              <a:solidFill>
                <a:srgbClr val="FF0000"/>
              </a:solidFill>
              <a:latin typeface="微软雅黑" panose="020B0503020204020204" pitchFamily="34" charset="-122"/>
              <a:ea typeface="微软雅黑" panose="020B0503020204020204" pitchFamily="34" charset="-122"/>
            </a:endParaRPr>
          </a:p>
        </p:txBody>
      </p:sp>
      <p:sp>
        <p:nvSpPr>
          <p:cNvPr id="7" name="矩形 6"/>
          <p:cNvSpPr/>
          <p:nvPr userDrawn="1"/>
        </p:nvSpPr>
        <p:spPr>
          <a:xfrm>
            <a:off x="710021" y="1996871"/>
            <a:ext cx="4942308" cy="415498"/>
          </a:xfrm>
          <a:prstGeom prst="rect">
            <a:avLst/>
          </a:prstGeom>
        </p:spPr>
        <p:txBody>
          <a:bodyPr wrap="square">
            <a:spAutoFit/>
          </a:bodyPr>
          <a:lstStyle/>
          <a:p>
            <a:pPr algn="ctr">
              <a:lnSpc>
                <a:spcPct val="150000"/>
              </a:lnSpc>
              <a:buClr>
                <a:srgbClr val="262672"/>
              </a:buClr>
            </a:pPr>
            <a:r>
              <a:rPr lang="zh-CN" altLang="en-US" sz="1400" dirty="0">
                <a:gradFill>
                  <a:gsLst>
                    <a:gs pos="0">
                      <a:schemeClr val="tx1">
                        <a:lumMod val="85000"/>
                        <a:lumOff val="15000"/>
                      </a:schemeClr>
                    </a:gs>
                    <a:gs pos="100000">
                      <a:schemeClr val="tx1">
                        <a:lumMod val="85000"/>
                        <a:lumOff val="15000"/>
                      </a:schemeClr>
                    </a:gs>
                  </a:gsLst>
                  <a:lin ang="5400000" scaled="1"/>
                </a:gradFill>
                <a:latin typeface="微软雅黑" panose="020B0503020204020204" pitchFamily="34" charset="-122"/>
                <a:ea typeface="微软雅黑" panose="020B0503020204020204" pitchFamily="34" charset="-122"/>
              </a:rPr>
              <a:t>文字</a:t>
            </a:r>
            <a:endParaRPr lang="en-US" altLang="zh-CN" sz="1400" dirty="0">
              <a:gradFill>
                <a:gsLst>
                  <a:gs pos="0">
                    <a:schemeClr val="tx1">
                      <a:lumMod val="85000"/>
                      <a:lumOff val="15000"/>
                    </a:schemeClr>
                  </a:gs>
                  <a:gs pos="100000">
                    <a:schemeClr val="tx1">
                      <a:lumMod val="85000"/>
                      <a:lumOff val="15000"/>
                    </a:schemeClr>
                  </a:gs>
                </a:gsLst>
                <a:lin ang="5400000" scaled="1"/>
              </a:gradFill>
              <a:latin typeface="微软雅黑" panose="020B0503020204020204" pitchFamily="34" charset="-122"/>
              <a:ea typeface="微软雅黑" panose="020B0503020204020204" pitchFamily="34" charset="-122"/>
              <a:sym typeface="微软雅黑" panose="020B0503020204020204" pitchFamily="34" charset="-122"/>
            </a:endParaRPr>
          </a:p>
        </p:txBody>
      </p:sp>
      <p:cxnSp>
        <p:nvCxnSpPr>
          <p:cNvPr id="8" name="直接连接符 7"/>
          <p:cNvCxnSpPr/>
          <p:nvPr userDrawn="1"/>
        </p:nvCxnSpPr>
        <p:spPr>
          <a:xfrm>
            <a:off x="838534" y="2032122"/>
            <a:ext cx="4747801" cy="0"/>
          </a:xfrm>
          <a:prstGeom prst="line">
            <a:avLst/>
          </a:prstGeom>
          <a:ln>
            <a:solidFill>
              <a:schemeClr val="bg2"/>
            </a:solidFill>
            <a:prstDash val="sysDash"/>
          </a:ln>
        </p:spPr>
        <p:style>
          <a:lnRef idx="1">
            <a:schemeClr val="accent1"/>
          </a:lnRef>
          <a:fillRef idx="0">
            <a:schemeClr val="accent1"/>
          </a:fillRef>
          <a:effectRef idx="0">
            <a:schemeClr val="accent1"/>
          </a:effectRef>
          <a:fontRef idx="minor">
            <a:schemeClr val="tx1"/>
          </a:fontRef>
        </p:style>
      </p:cxnSp>
      <p:sp>
        <p:nvSpPr>
          <p:cNvPr id="9" name="iṩlîḋé"/>
          <p:cNvSpPr/>
          <p:nvPr userDrawn="1"/>
        </p:nvSpPr>
        <p:spPr>
          <a:xfrm>
            <a:off x="6487566" y="1448780"/>
            <a:ext cx="4896921" cy="1225864"/>
          </a:xfrm>
          <a:prstGeom prst="rect">
            <a:avLst/>
          </a:prstGeom>
          <a:solidFill>
            <a:schemeClr val="bg1"/>
          </a:solidFill>
          <a:ln w="76200">
            <a:solidFill>
              <a:srgbClr val="D3E4FC"/>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sz="1800"/>
          </a:p>
        </p:txBody>
      </p:sp>
      <p:sp>
        <p:nvSpPr>
          <p:cNvPr id="10" name="íslíḓe"/>
          <p:cNvSpPr/>
          <p:nvPr userDrawn="1"/>
        </p:nvSpPr>
        <p:spPr>
          <a:xfrm>
            <a:off x="6143482" y="1715218"/>
            <a:ext cx="5527148" cy="76882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sz="1800"/>
          </a:p>
        </p:txBody>
      </p:sp>
      <p:sp>
        <p:nvSpPr>
          <p:cNvPr id="11" name="矩形 10"/>
          <p:cNvSpPr/>
          <p:nvPr userDrawn="1"/>
        </p:nvSpPr>
        <p:spPr>
          <a:xfrm>
            <a:off x="6570693" y="1609542"/>
            <a:ext cx="4747801" cy="400110"/>
          </a:xfrm>
          <a:prstGeom prst="rect">
            <a:avLst/>
          </a:prstGeom>
        </p:spPr>
        <p:txBody>
          <a:bodyPr wrap="square">
            <a:spAutoFit/>
          </a:bodyPr>
          <a:lstStyle/>
          <a:p>
            <a:pPr algn="ctr"/>
            <a:r>
              <a:rPr lang="zh-CN" altLang="en-US" sz="2000" noProof="1">
                <a:gradFill>
                  <a:gsLst>
                    <a:gs pos="0">
                      <a:schemeClr val="tx1">
                        <a:lumMod val="85000"/>
                        <a:lumOff val="15000"/>
                      </a:schemeClr>
                    </a:gs>
                    <a:gs pos="100000">
                      <a:schemeClr val="tx1">
                        <a:lumMod val="85000"/>
                        <a:lumOff val="15000"/>
                      </a:schemeClr>
                    </a:gs>
                  </a:gsLst>
                  <a:lin ang="5400000" scaled="1"/>
                </a:gradFill>
                <a:latin typeface="微软雅黑" panose="020B0503020204020204" pitchFamily="34" charset="-122"/>
                <a:ea typeface="微软雅黑" panose="020B0503020204020204" pitchFamily="34" charset="-122"/>
              </a:rPr>
              <a:t>文字</a:t>
            </a:r>
            <a:endParaRPr lang="en-US" altLang="zh-CN" sz="2400" dirty="0">
              <a:solidFill>
                <a:srgbClr val="FF0000"/>
              </a:solidFill>
              <a:latin typeface="微软雅黑" panose="020B0503020204020204" pitchFamily="34" charset="-122"/>
              <a:ea typeface="微软雅黑" panose="020B0503020204020204" pitchFamily="34" charset="-122"/>
            </a:endParaRPr>
          </a:p>
        </p:txBody>
      </p:sp>
      <p:sp>
        <p:nvSpPr>
          <p:cNvPr id="12" name="矩形 11"/>
          <p:cNvSpPr/>
          <p:nvPr userDrawn="1"/>
        </p:nvSpPr>
        <p:spPr>
          <a:xfrm>
            <a:off x="6044609" y="2015830"/>
            <a:ext cx="5823924" cy="415498"/>
          </a:xfrm>
          <a:prstGeom prst="rect">
            <a:avLst/>
          </a:prstGeom>
        </p:spPr>
        <p:txBody>
          <a:bodyPr wrap="square">
            <a:spAutoFit/>
          </a:bodyPr>
          <a:lstStyle/>
          <a:p>
            <a:pPr algn="ctr">
              <a:lnSpc>
                <a:spcPct val="150000"/>
              </a:lnSpc>
              <a:buClr>
                <a:srgbClr val="262672"/>
              </a:buClr>
            </a:pPr>
            <a:r>
              <a:rPr lang="zh-CN" altLang="en-US" sz="1400" dirty="0">
                <a:gradFill>
                  <a:gsLst>
                    <a:gs pos="0">
                      <a:schemeClr val="tx1">
                        <a:lumMod val="85000"/>
                        <a:lumOff val="15000"/>
                      </a:schemeClr>
                    </a:gs>
                    <a:gs pos="100000">
                      <a:schemeClr val="tx1">
                        <a:lumMod val="85000"/>
                        <a:lumOff val="15000"/>
                      </a:schemeClr>
                    </a:gs>
                  </a:gsLst>
                  <a:lin ang="5400000" scaled="1"/>
                </a:gradFill>
                <a:latin typeface="微软雅黑" panose="020B0503020204020204" pitchFamily="34" charset="-122"/>
                <a:ea typeface="微软雅黑" panose="020B0503020204020204" pitchFamily="34" charset="-122"/>
                <a:sym typeface="微软雅黑" panose="020B0503020204020204" pitchFamily="34" charset="-122"/>
              </a:rPr>
              <a:t>文字</a:t>
            </a:r>
            <a:endParaRPr lang="en-US" altLang="zh-CN" sz="1400" dirty="0">
              <a:gradFill>
                <a:gsLst>
                  <a:gs pos="0">
                    <a:schemeClr val="tx1">
                      <a:lumMod val="85000"/>
                      <a:lumOff val="15000"/>
                    </a:schemeClr>
                  </a:gs>
                  <a:gs pos="100000">
                    <a:schemeClr val="tx1">
                      <a:lumMod val="85000"/>
                      <a:lumOff val="15000"/>
                    </a:schemeClr>
                  </a:gs>
                </a:gsLst>
                <a:lin ang="5400000" scaled="1"/>
              </a:gradFill>
              <a:latin typeface="微软雅黑" panose="020B0503020204020204" pitchFamily="34" charset="-122"/>
              <a:ea typeface="微软雅黑" panose="020B0503020204020204" pitchFamily="34" charset="-122"/>
              <a:sym typeface="微软雅黑" panose="020B0503020204020204" pitchFamily="34" charset="-122"/>
            </a:endParaRPr>
          </a:p>
        </p:txBody>
      </p:sp>
      <p:cxnSp>
        <p:nvCxnSpPr>
          <p:cNvPr id="13" name="直接连接符 12"/>
          <p:cNvCxnSpPr/>
          <p:nvPr userDrawn="1"/>
        </p:nvCxnSpPr>
        <p:spPr>
          <a:xfrm>
            <a:off x="6570693" y="2051081"/>
            <a:ext cx="4747801" cy="0"/>
          </a:xfrm>
          <a:prstGeom prst="line">
            <a:avLst/>
          </a:prstGeom>
          <a:ln>
            <a:solidFill>
              <a:schemeClr val="bg2"/>
            </a:solidFill>
            <a:prstDash val="sysDash"/>
          </a:ln>
        </p:spPr>
        <p:style>
          <a:lnRef idx="1">
            <a:schemeClr val="accent1"/>
          </a:lnRef>
          <a:fillRef idx="0">
            <a:schemeClr val="accent1"/>
          </a:fillRef>
          <a:effectRef idx="0">
            <a:schemeClr val="accent1"/>
          </a:effectRef>
          <a:fontRef idx="minor">
            <a:schemeClr val="tx1"/>
          </a:fontRef>
        </p:style>
      </p:cxnSp>
      <p:sp>
        <p:nvSpPr>
          <p:cNvPr id="14" name="椭圆 13"/>
          <p:cNvSpPr/>
          <p:nvPr userDrawn="1"/>
        </p:nvSpPr>
        <p:spPr>
          <a:xfrm>
            <a:off x="2204524" y="3248980"/>
            <a:ext cx="1895613" cy="1421710"/>
          </a:xfrm>
          <a:prstGeom prst="ellipse">
            <a:avLst/>
          </a:prstGeom>
          <a:solidFill>
            <a:srgbClr val="0971CE"/>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zh-CN" altLang="en-US" sz="2600" spc="50" dirty="0">
                <a:ln w="11430"/>
                <a:solidFill>
                  <a:schemeClr val="bg1"/>
                </a:solidFill>
                <a:latin typeface="微软雅黑" panose="020B0503020204020204" pitchFamily="34" charset="-122"/>
                <a:ea typeface="微软雅黑" panose="020B0503020204020204" pitchFamily="34" charset="-122"/>
                <a:cs typeface="Arial" panose="020B0604020202020204" pitchFamily="34" charset="0"/>
              </a:rPr>
              <a:t>文字</a:t>
            </a:r>
            <a:endParaRPr lang="en-US" altLang="zh-CN" sz="1800" dirty="0">
              <a:solidFill>
                <a:schemeClr val="bg1"/>
              </a:solidFill>
              <a:latin typeface="微软雅黑" panose="020B0503020204020204" pitchFamily="34" charset="-122"/>
              <a:ea typeface="微软雅黑" panose="020B0503020204020204" pitchFamily="34" charset="-122"/>
            </a:endParaRPr>
          </a:p>
        </p:txBody>
      </p:sp>
      <p:sp>
        <p:nvSpPr>
          <p:cNvPr id="15" name="椭圆 14"/>
          <p:cNvSpPr/>
          <p:nvPr userDrawn="1"/>
        </p:nvSpPr>
        <p:spPr>
          <a:xfrm>
            <a:off x="4591952" y="3248980"/>
            <a:ext cx="1895613" cy="1421710"/>
          </a:xfrm>
          <a:prstGeom prst="ellipse">
            <a:avLst/>
          </a:prstGeom>
          <a:solidFill>
            <a:srgbClr val="D3E4F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0" bIns="45720" numCol="1" spcCol="0" rtlCol="0" fromWordArt="0" anchor="ctr" anchorCtr="0" forceAA="0" compatLnSpc="1">
            <a:noAutofit/>
          </a:bodyPr>
          <a:lstStyle/>
          <a:p>
            <a:pPr algn="ctr"/>
            <a:r>
              <a:rPr lang="zh-CN" altLang="en-US" sz="2600" spc="50" dirty="0">
                <a:ln w="11430"/>
                <a:solidFill>
                  <a:srgbClr val="003F98"/>
                </a:solidFill>
                <a:latin typeface="微软雅黑" panose="020B0503020204020204" pitchFamily="34" charset="-122"/>
                <a:ea typeface="微软雅黑" panose="020B0503020204020204" pitchFamily="34" charset="-122"/>
                <a:cs typeface="Arial" panose="020B0604020202020204" pitchFamily="34" charset="0"/>
              </a:rPr>
              <a:t>文字</a:t>
            </a:r>
            <a:endParaRPr lang="zh-CN" altLang="en-US" sz="1800" dirty="0">
              <a:solidFill>
                <a:srgbClr val="003F98"/>
              </a:solidFill>
              <a:latin typeface="微软雅黑" panose="020B0503020204020204" pitchFamily="34" charset="-122"/>
              <a:ea typeface="微软雅黑" panose="020B0503020204020204" pitchFamily="34" charset="-122"/>
            </a:endParaRPr>
          </a:p>
        </p:txBody>
      </p:sp>
      <p:sp>
        <p:nvSpPr>
          <p:cNvPr id="16" name="椭圆 15"/>
          <p:cNvSpPr/>
          <p:nvPr userDrawn="1"/>
        </p:nvSpPr>
        <p:spPr>
          <a:xfrm>
            <a:off x="6979380" y="3248980"/>
            <a:ext cx="1895613" cy="1421710"/>
          </a:xfrm>
          <a:prstGeom prst="ellipse">
            <a:avLst/>
          </a:prstGeom>
          <a:solidFill>
            <a:srgbClr val="003F9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0" bIns="45720" numCol="1" spcCol="0" rtlCol="0" fromWordArt="0" anchor="ctr" anchorCtr="0" forceAA="0" compatLnSpc="1">
            <a:noAutofit/>
          </a:bodyPr>
          <a:lstStyle/>
          <a:p>
            <a:pPr algn="ctr"/>
            <a:r>
              <a:rPr lang="zh-CN" altLang="en-US" sz="2600" spc="50" dirty="0">
                <a:ln w="11430"/>
                <a:solidFill>
                  <a:schemeClr val="bg1"/>
                </a:solidFill>
                <a:latin typeface="微软雅黑" panose="020B0503020204020204" pitchFamily="34" charset="-122"/>
                <a:ea typeface="微软雅黑" panose="020B0503020204020204" pitchFamily="34" charset="-122"/>
                <a:cs typeface="Arial" panose="020B0604020202020204" pitchFamily="34" charset="0"/>
              </a:rPr>
              <a:t>文字</a:t>
            </a:r>
            <a:endParaRPr lang="en-US" altLang="zh-CN" sz="1800" dirty="0">
              <a:solidFill>
                <a:schemeClr val="bg1"/>
              </a:solidFill>
              <a:latin typeface="微软雅黑" panose="020B0503020204020204" pitchFamily="34" charset="-122"/>
              <a:ea typeface="微软雅黑" panose="020B0503020204020204" pitchFamily="34" charset="-122"/>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showMasterSp="0" userDrawn="1">
  <p:cSld name="11_自定义版式">
    <p:spTree>
      <p:nvGrpSpPr>
        <p:cNvPr id="1" name=""/>
        <p:cNvGrpSpPr/>
        <p:nvPr/>
      </p:nvGrpSpPr>
      <p:grpSpPr>
        <a:xfrm>
          <a:off x="0" y="0"/>
          <a:ext cx="0" cy="0"/>
          <a:chOff x="0" y="0"/>
          <a:chExt cx="0" cy="0"/>
        </a:xfrm>
      </p:grpSpPr>
      <p:sp>
        <p:nvSpPr>
          <p:cNvPr id="2" name="圆角矩形 1"/>
          <p:cNvSpPr/>
          <p:nvPr userDrawn="1"/>
        </p:nvSpPr>
        <p:spPr>
          <a:xfrm>
            <a:off x="9614877" y="527934"/>
            <a:ext cx="2257649" cy="2320782"/>
          </a:xfrm>
          <a:prstGeom prst="roundRect">
            <a:avLst/>
          </a:prstGeom>
          <a:solidFill>
            <a:srgbClr val="003F98"/>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3" name="矩形 2"/>
          <p:cNvSpPr/>
          <p:nvPr userDrawn="1"/>
        </p:nvSpPr>
        <p:spPr>
          <a:xfrm>
            <a:off x="9632772" y="1363110"/>
            <a:ext cx="2257648" cy="600164"/>
          </a:xfrm>
          <a:prstGeom prst="rect">
            <a:avLst/>
          </a:prstGeom>
        </p:spPr>
        <p:txBody>
          <a:bodyPr wrap="square">
            <a:spAutoFit/>
          </a:bodyPr>
          <a:lstStyle/>
          <a:p>
            <a:pPr algn="ctr">
              <a:lnSpc>
                <a:spcPct val="150000"/>
              </a:lnSpc>
              <a:spcBef>
                <a:spcPts val="600"/>
              </a:spcBef>
              <a:spcAft>
                <a:spcPts val="1200"/>
              </a:spcAft>
            </a:pPr>
            <a:r>
              <a:rPr lang="zh-CN" altLang="en-US" sz="2200" dirty="0">
                <a:solidFill>
                  <a:schemeClr val="bg1"/>
                </a:solidFill>
                <a:latin typeface="微软雅黑" panose="020B0503020204020204" pitchFamily="34" charset="-122"/>
                <a:ea typeface="微软雅黑" panose="020B0503020204020204" pitchFamily="34" charset="-122"/>
              </a:rPr>
              <a:t>文字</a:t>
            </a:r>
            <a:endParaRPr lang="en-US" altLang="zh-CN" sz="2200" dirty="0">
              <a:solidFill>
                <a:schemeClr val="bg1"/>
              </a:solidFill>
              <a:latin typeface="微软雅黑" panose="020B0503020204020204" pitchFamily="34" charset="-122"/>
              <a:ea typeface="微软雅黑" panose="020B0503020204020204" pitchFamily="34" charset="-122"/>
            </a:endParaRPr>
          </a:p>
        </p:txBody>
      </p:sp>
      <p:sp>
        <p:nvSpPr>
          <p:cNvPr id="4" name="矩形 3"/>
          <p:cNvSpPr/>
          <p:nvPr userDrawn="1"/>
        </p:nvSpPr>
        <p:spPr>
          <a:xfrm>
            <a:off x="695401" y="503676"/>
            <a:ext cx="8344396" cy="2345041"/>
          </a:xfrm>
          <a:prstGeom prst="rect">
            <a:avLst/>
          </a:prstGeom>
          <a:noFill/>
          <a:ln w="6350">
            <a:solidFill>
              <a:srgbClr val="0971C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grpSp>
        <p:nvGrpSpPr>
          <p:cNvPr id="5" name="组合 4"/>
          <p:cNvGrpSpPr/>
          <p:nvPr userDrawn="1"/>
        </p:nvGrpSpPr>
        <p:grpSpPr>
          <a:xfrm>
            <a:off x="1009260" y="713101"/>
            <a:ext cx="5497133" cy="430811"/>
            <a:chOff x="734158" y="1580869"/>
            <a:chExt cx="4122850" cy="430811"/>
          </a:xfrm>
        </p:grpSpPr>
        <p:sp>
          <p:nvSpPr>
            <p:cNvPr id="6" name="圆角矩形 5"/>
            <p:cNvSpPr/>
            <p:nvPr/>
          </p:nvSpPr>
          <p:spPr>
            <a:xfrm>
              <a:off x="734158" y="1580869"/>
              <a:ext cx="4122850" cy="430811"/>
            </a:xfrm>
            <a:prstGeom prst="roundRect">
              <a:avLst/>
            </a:prstGeom>
            <a:solidFill>
              <a:srgbClr val="0971C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7" name="矩形 6"/>
            <p:cNvSpPr/>
            <p:nvPr/>
          </p:nvSpPr>
          <p:spPr>
            <a:xfrm>
              <a:off x="734158" y="1611608"/>
              <a:ext cx="4122850" cy="369332"/>
            </a:xfrm>
            <a:prstGeom prst="rect">
              <a:avLst/>
            </a:prstGeom>
          </p:spPr>
          <p:txBody>
            <a:bodyPr wrap="square">
              <a:spAutoFit/>
            </a:bodyPr>
            <a:lstStyle/>
            <a:p>
              <a:pPr algn="ctr">
                <a:spcBef>
                  <a:spcPts val="600"/>
                </a:spcBef>
                <a:spcAft>
                  <a:spcPts val="1200"/>
                </a:spcAft>
              </a:pPr>
              <a:r>
                <a:rPr lang="en-US" altLang="zh-CN" sz="1800" spc="50" dirty="0">
                  <a:ln w="11430"/>
                  <a:solidFill>
                    <a:schemeClr val="bg1"/>
                  </a:solidFill>
                  <a:latin typeface="微软雅黑" panose="020B0503020204020204" pitchFamily="34" charset="-122"/>
                  <a:ea typeface="微软雅黑" panose="020B0503020204020204" pitchFamily="34" charset="-122"/>
                  <a:cs typeface="Arial" panose="020B0604020202020204" pitchFamily="34" charset="0"/>
                </a:rPr>
                <a:t> </a:t>
              </a:r>
              <a:r>
                <a:rPr lang="zh-CN" altLang="en-US" sz="1800" dirty="0">
                  <a:solidFill>
                    <a:schemeClr val="bg1"/>
                  </a:solidFill>
                  <a:latin typeface="微软雅黑" panose="020B0503020204020204" pitchFamily="34" charset="-122"/>
                  <a:ea typeface="微软雅黑" panose="020B0503020204020204" pitchFamily="34" charset="-122"/>
                </a:rPr>
                <a:t>文字</a:t>
              </a:r>
              <a:endParaRPr lang="en-US" altLang="zh-CN" sz="1800" dirty="0">
                <a:solidFill>
                  <a:schemeClr val="bg1"/>
                </a:solidFill>
                <a:latin typeface="微软雅黑" panose="020B0503020204020204" pitchFamily="34" charset="-122"/>
                <a:ea typeface="微软雅黑" panose="020B0503020204020204" pitchFamily="34" charset="-122"/>
              </a:endParaRPr>
            </a:p>
          </p:txBody>
        </p:sp>
      </p:grpSp>
      <p:grpSp>
        <p:nvGrpSpPr>
          <p:cNvPr id="8" name="组合 7"/>
          <p:cNvGrpSpPr/>
          <p:nvPr userDrawn="1"/>
        </p:nvGrpSpPr>
        <p:grpSpPr>
          <a:xfrm>
            <a:off x="1009259" y="1472641"/>
            <a:ext cx="5497135" cy="430811"/>
            <a:chOff x="734157" y="2306214"/>
            <a:chExt cx="4122851" cy="430811"/>
          </a:xfrm>
        </p:grpSpPr>
        <p:sp>
          <p:nvSpPr>
            <p:cNvPr id="9" name="圆角矩形 8"/>
            <p:cNvSpPr/>
            <p:nvPr/>
          </p:nvSpPr>
          <p:spPr>
            <a:xfrm>
              <a:off x="734158" y="2306214"/>
              <a:ext cx="4122850" cy="430811"/>
            </a:xfrm>
            <a:prstGeom prst="roundRect">
              <a:avLst/>
            </a:prstGeom>
            <a:solidFill>
              <a:srgbClr val="0971C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10" name="矩形 9"/>
            <p:cNvSpPr/>
            <p:nvPr/>
          </p:nvSpPr>
          <p:spPr>
            <a:xfrm>
              <a:off x="734157" y="2336953"/>
              <a:ext cx="4122851" cy="369332"/>
            </a:xfrm>
            <a:prstGeom prst="rect">
              <a:avLst/>
            </a:prstGeom>
          </p:spPr>
          <p:txBody>
            <a:bodyPr wrap="square">
              <a:spAutoFit/>
            </a:bodyPr>
            <a:lstStyle/>
            <a:p>
              <a:pPr algn="ctr">
                <a:spcBef>
                  <a:spcPts val="600"/>
                </a:spcBef>
                <a:spcAft>
                  <a:spcPts val="1200"/>
                </a:spcAft>
              </a:pPr>
              <a:r>
                <a:rPr lang="zh-CN" altLang="en-US" sz="1800" dirty="0">
                  <a:solidFill>
                    <a:schemeClr val="bg1"/>
                  </a:solidFill>
                  <a:latin typeface="微软雅黑" panose="020B0503020204020204" pitchFamily="34" charset="-122"/>
                  <a:ea typeface="微软雅黑" panose="020B0503020204020204" pitchFamily="34" charset="-122"/>
                </a:rPr>
                <a:t>文字</a:t>
              </a:r>
              <a:endParaRPr lang="en-US" altLang="zh-CN" sz="1800" dirty="0">
                <a:solidFill>
                  <a:schemeClr val="bg1"/>
                </a:solidFill>
                <a:latin typeface="微软雅黑" panose="020B0503020204020204" pitchFamily="34" charset="-122"/>
                <a:ea typeface="微软雅黑" panose="020B0503020204020204" pitchFamily="34" charset="-122"/>
              </a:endParaRPr>
            </a:p>
          </p:txBody>
        </p:sp>
      </p:grpSp>
      <p:grpSp>
        <p:nvGrpSpPr>
          <p:cNvPr id="11" name="组合 10"/>
          <p:cNvGrpSpPr/>
          <p:nvPr userDrawn="1"/>
        </p:nvGrpSpPr>
        <p:grpSpPr>
          <a:xfrm>
            <a:off x="1009257" y="2232180"/>
            <a:ext cx="5497136" cy="507831"/>
            <a:chOff x="734156" y="3099948"/>
            <a:chExt cx="4122852" cy="507831"/>
          </a:xfrm>
        </p:grpSpPr>
        <p:sp>
          <p:nvSpPr>
            <p:cNvPr id="12" name="圆角矩形 11"/>
            <p:cNvSpPr/>
            <p:nvPr/>
          </p:nvSpPr>
          <p:spPr>
            <a:xfrm>
              <a:off x="734158" y="3113997"/>
              <a:ext cx="4122850" cy="430811"/>
            </a:xfrm>
            <a:prstGeom prst="roundRect">
              <a:avLst/>
            </a:prstGeom>
            <a:solidFill>
              <a:srgbClr val="0971C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13" name="矩形 12"/>
            <p:cNvSpPr/>
            <p:nvPr/>
          </p:nvSpPr>
          <p:spPr>
            <a:xfrm>
              <a:off x="734156" y="3099948"/>
              <a:ext cx="4110593" cy="507831"/>
            </a:xfrm>
            <a:prstGeom prst="rect">
              <a:avLst/>
            </a:prstGeom>
          </p:spPr>
          <p:txBody>
            <a:bodyPr wrap="square">
              <a:spAutoFit/>
            </a:bodyPr>
            <a:lstStyle/>
            <a:p>
              <a:pPr algn="ctr">
                <a:lnSpc>
                  <a:spcPct val="150000"/>
                </a:lnSpc>
                <a:spcBef>
                  <a:spcPts val="600"/>
                </a:spcBef>
                <a:spcAft>
                  <a:spcPts val="1200"/>
                </a:spcAft>
              </a:pPr>
              <a:r>
                <a:rPr lang="zh-CN" altLang="en-US" sz="1800" dirty="0">
                  <a:solidFill>
                    <a:schemeClr val="bg1"/>
                  </a:solidFill>
                  <a:latin typeface="微软雅黑" panose="020B0503020204020204" pitchFamily="34" charset="-122"/>
                  <a:ea typeface="微软雅黑" panose="020B0503020204020204" pitchFamily="34" charset="-122"/>
                </a:rPr>
                <a:t>文字</a:t>
              </a:r>
              <a:endParaRPr lang="en-US" altLang="zh-CN" sz="1800" dirty="0">
                <a:solidFill>
                  <a:schemeClr val="bg1"/>
                </a:solidFill>
                <a:latin typeface="微软雅黑" panose="020B0503020204020204" pitchFamily="34" charset="-122"/>
                <a:ea typeface="微软雅黑" panose="020B0503020204020204" pitchFamily="34" charset="-122"/>
              </a:endParaRPr>
            </a:p>
          </p:txBody>
        </p:sp>
      </p:grpSp>
      <p:grpSp>
        <p:nvGrpSpPr>
          <p:cNvPr id="14" name="组合 13"/>
          <p:cNvGrpSpPr/>
          <p:nvPr userDrawn="1"/>
        </p:nvGrpSpPr>
        <p:grpSpPr>
          <a:xfrm>
            <a:off x="6807491" y="559873"/>
            <a:ext cx="1992605" cy="618118"/>
            <a:chOff x="5439081" y="1380142"/>
            <a:chExt cx="1494454" cy="618118"/>
          </a:xfrm>
        </p:grpSpPr>
        <p:sp>
          <p:nvSpPr>
            <p:cNvPr id="15" name="圆角矩形 14"/>
            <p:cNvSpPr/>
            <p:nvPr/>
          </p:nvSpPr>
          <p:spPr>
            <a:xfrm>
              <a:off x="5439081" y="1518673"/>
              <a:ext cx="1494454" cy="430811"/>
            </a:xfrm>
            <a:prstGeom prst="roundRect">
              <a:avLst/>
            </a:prstGeom>
            <a:solidFill>
              <a:srgbClr val="0971C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16" name="矩形 15"/>
            <p:cNvSpPr/>
            <p:nvPr/>
          </p:nvSpPr>
          <p:spPr>
            <a:xfrm>
              <a:off x="5439081" y="1380142"/>
              <a:ext cx="1494454" cy="618118"/>
            </a:xfrm>
            <a:prstGeom prst="rect">
              <a:avLst/>
            </a:prstGeom>
          </p:spPr>
          <p:txBody>
            <a:bodyPr wrap="square">
              <a:spAutoFit/>
            </a:bodyPr>
            <a:lstStyle/>
            <a:p>
              <a:pPr algn="ctr">
                <a:lnSpc>
                  <a:spcPts val="4100"/>
                </a:lnSpc>
                <a:spcBef>
                  <a:spcPts val="600"/>
                </a:spcBef>
                <a:spcAft>
                  <a:spcPts val="1200"/>
                </a:spcAft>
              </a:pPr>
              <a:r>
                <a:rPr lang="zh-CN" altLang="en-US" sz="1800" dirty="0">
                  <a:solidFill>
                    <a:schemeClr val="bg1"/>
                  </a:solidFill>
                  <a:latin typeface="微软雅黑" panose="020B0503020204020204" pitchFamily="34" charset="-122"/>
                  <a:ea typeface="微软雅黑" panose="020B0503020204020204" pitchFamily="34" charset="-122"/>
                </a:rPr>
                <a:t>文字</a:t>
              </a:r>
              <a:endParaRPr lang="en-US" altLang="zh-CN" sz="1800" dirty="0">
                <a:solidFill>
                  <a:schemeClr val="bg1"/>
                </a:solidFill>
                <a:latin typeface="微软雅黑" panose="020B0503020204020204" pitchFamily="34" charset="-122"/>
                <a:ea typeface="微软雅黑" panose="020B0503020204020204" pitchFamily="34" charset="-122"/>
              </a:endParaRPr>
            </a:p>
          </p:txBody>
        </p:sp>
      </p:grpSp>
      <p:grpSp>
        <p:nvGrpSpPr>
          <p:cNvPr id="17" name="组合 16"/>
          <p:cNvGrpSpPr/>
          <p:nvPr userDrawn="1"/>
        </p:nvGrpSpPr>
        <p:grpSpPr>
          <a:xfrm>
            <a:off x="6807491" y="1339467"/>
            <a:ext cx="1992605" cy="618118"/>
            <a:chOff x="5439081" y="2195402"/>
            <a:chExt cx="1494454" cy="618118"/>
          </a:xfrm>
        </p:grpSpPr>
        <p:sp>
          <p:nvSpPr>
            <p:cNvPr id="18" name="圆角矩形 17"/>
            <p:cNvSpPr/>
            <p:nvPr/>
          </p:nvSpPr>
          <p:spPr>
            <a:xfrm>
              <a:off x="5439081" y="2311668"/>
              <a:ext cx="1494454" cy="430811"/>
            </a:xfrm>
            <a:prstGeom prst="roundRect">
              <a:avLst/>
            </a:prstGeom>
            <a:solidFill>
              <a:srgbClr val="0971C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19" name="矩形 18"/>
            <p:cNvSpPr/>
            <p:nvPr/>
          </p:nvSpPr>
          <p:spPr>
            <a:xfrm>
              <a:off x="5943935" y="2195402"/>
              <a:ext cx="484748" cy="618118"/>
            </a:xfrm>
            <a:prstGeom prst="rect">
              <a:avLst/>
            </a:prstGeom>
          </p:spPr>
          <p:txBody>
            <a:bodyPr wrap="none">
              <a:spAutoFit/>
            </a:bodyPr>
            <a:lstStyle/>
            <a:p>
              <a:pPr algn="ctr">
                <a:lnSpc>
                  <a:spcPts val="4100"/>
                </a:lnSpc>
                <a:spcBef>
                  <a:spcPts val="600"/>
                </a:spcBef>
                <a:spcAft>
                  <a:spcPts val="1200"/>
                </a:spcAft>
              </a:pPr>
              <a:r>
                <a:rPr lang="zh-CN" altLang="en-US" sz="1800" dirty="0">
                  <a:solidFill>
                    <a:schemeClr val="bg1"/>
                  </a:solidFill>
                  <a:latin typeface="微软雅黑" panose="020B0503020204020204" pitchFamily="34" charset="-122"/>
                  <a:ea typeface="微软雅黑" panose="020B0503020204020204" pitchFamily="34" charset="-122"/>
                </a:rPr>
                <a:t>文字</a:t>
              </a:r>
              <a:endParaRPr lang="en-US" altLang="zh-CN" sz="1800" dirty="0">
                <a:solidFill>
                  <a:schemeClr val="bg1"/>
                </a:solidFill>
                <a:latin typeface="微软雅黑" panose="020B0503020204020204" pitchFamily="34" charset="-122"/>
                <a:ea typeface="微软雅黑" panose="020B0503020204020204" pitchFamily="34" charset="-122"/>
              </a:endParaRPr>
            </a:p>
          </p:txBody>
        </p:sp>
      </p:grpSp>
      <p:grpSp>
        <p:nvGrpSpPr>
          <p:cNvPr id="20" name="组合 19"/>
          <p:cNvGrpSpPr/>
          <p:nvPr userDrawn="1"/>
        </p:nvGrpSpPr>
        <p:grpSpPr>
          <a:xfrm>
            <a:off x="6807491" y="2096796"/>
            <a:ext cx="1992605" cy="618118"/>
            <a:chOff x="5439081" y="2940815"/>
            <a:chExt cx="1494454" cy="618118"/>
          </a:xfrm>
        </p:grpSpPr>
        <p:sp>
          <p:nvSpPr>
            <p:cNvPr id="21" name="圆角矩形 20"/>
            <p:cNvSpPr/>
            <p:nvPr/>
          </p:nvSpPr>
          <p:spPr>
            <a:xfrm>
              <a:off x="5439081" y="3082942"/>
              <a:ext cx="1494454" cy="430811"/>
            </a:xfrm>
            <a:prstGeom prst="roundRect">
              <a:avLst/>
            </a:prstGeom>
            <a:solidFill>
              <a:srgbClr val="0971C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22" name="矩形 21"/>
            <p:cNvSpPr/>
            <p:nvPr/>
          </p:nvSpPr>
          <p:spPr>
            <a:xfrm>
              <a:off x="5943934" y="2940815"/>
              <a:ext cx="484748" cy="618118"/>
            </a:xfrm>
            <a:prstGeom prst="rect">
              <a:avLst/>
            </a:prstGeom>
          </p:spPr>
          <p:txBody>
            <a:bodyPr wrap="none">
              <a:spAutoFit/>
            </a:bodyPr>
            <a:lstStyle/>
            <a:p>
              <a:pPr algn="ctr">
                <a:lnSpc>
                  <a:spcPts val="4100"/>
                </a:lnSpc>
                <a:spcBef>
                  <a:spcPts val="600"/>
                </a:spcBef>
                <a:spcAft>
                  <a:spcPts val="1200"/>
                </a:spcAft>
              </a:pPr>
              <a:r>
                <a:rPr lang="zh-CN" altLang="en-US" sz="1800" dirty="0">
                  <a:solidFill>
                    <a:schemeClr val="bg1"/>
                  </a:solidFill>
                  <a:latin typeface="微软雅黑" panose="020B0503020204020204" pitchFamily="34" charset="-122"/>
                  <a:ea typeface="微软雅黑" panose="020B0503020204020204" pitchFamily="34" charset="-122"/>
                </a:rPr>
                <a:t>文字</a:t>
              </a:r>
              <a:endParaRPr lang="en-US" altLang="zh-CN" sz="1800" dirty="0">
                <a:solidFill>
                  <a:schemeClr val="bg1"/>
                </a:solidFill>
                <a:latin typeface="微软雅黑" panose="020B0503020204020204" pitchFamily="34" charset="-122"/>
                <a:ea typeface="微软雅黑" panose="020B0503020204020204" pitchFamily="34" charset="-122"/>
              </a:endParaRPr>
            </a:p>
          </p:txBody>
        </p:sp>
      </p:grpSp>
      <p:grpSp>
        <p:nvGrpSpPr>
          <p:cNvPr id="23" name="组合 22"/>
          <p:cNvGrpSpPr/>
          <p:nvPr userDrawn="1"/>
        </p:nvGrpSpPr>
        <p:grpSpPr>
          <a:xfrm>
            <a:off x="449156" y="3969060"/>
            <a:ext cx="11587505" cy="1890210"/>
            <a:chOff x="336866" y="3969060"/>
            <a:chExt cx="8690629" cy="1890210"/>
          </a:xfrm>
        </p:grpSpPr>
        <p:sp>
          <p:nvSpPr>
            <p:cNvPr id="24" name="矩形 23"/>
            <p:cNvSpPr/>
            <p:nvPr/>
          </p:nvSpPr>
          <p:spPr>
            <a:xfrm>
              <a:off x="336866" y="3969060"/>
              <a:ext cx="8690629" cy="1890210"/>
            </a:xfrm>
            <a:prstGeom prst="rect">
              <a:avLst/>
            </a:prstGeom>
            <a:solidFill>
              <a:schemeClr val="bg1"/>
            </a:solid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25" name="圆角矩形 24"/>
            <p:cNvSpPr/>
            <p:nvPr/>
          </p:nvSpPr>
          <p:spPr>
            <a:xfrm>
              <a:off x="7188370" y="4059070"/>
              <a:ext cx="1693237" cy="1642565"/>
            </a:xfrm>
            <a:prstGeom prst="roundRect">
              <a:avLst/>
            </a:prstGeom>
            <a:solidFill>
              <a:srgbClr val="003F98"/>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26" name="矩形 25"/>
            <p:cNvSpPr/>
            <p:nvPr/>
          </p:nvSpPr>
          <p:spPr>
            <a:xfrm>
              <a:off x="7224579" y="4681528"/>
              <a:ext cx="1693237" cy="430887"/>
            </a:xfrm>
            <a:prstGeom prst="rect">
              <a:avLst/>
            </a:prstGeom>
          </p:spPr>
          <p:txBody>
            <a:bodyPr wrap="square">
              <a:spAutoFit/>
            </a:bodyPr>
            <a:lstStyle/>
            <a:p>
              <a:pPr algn="ctr">
                <a:spcBef>
                  <a:spcPts val="600"/>
                </a:spcBef>
                <a:spcAft>
                  <a:spcPts val="1200"/>
                </a:spcAft>
              </a:pPr>
              <a:r>
                <a:rPr lang="zh-CN" altLang="en-US" sz="2200" dirty="0">
                  <a:solidFill>
                    <a:schemeClr val="bg1"/>
                  </a:solidFill>
                  <a:latin typeface="微软雅黑" panose="020B0503020204020204" pitchFamily="34" charset="-122"/>
                  <a:ea typeface="微软雅黑" panose="020B0503020204020204" pitchFamily="34" charset="-122"/>
                </a:rPr>
                <a:t>文字</a:t>
              </a:r>
              <a:endParaRPr lang="en-US" altLang="zh-CN" sz="2200" dirty="0">
                <a:solidFill>
                  <a:schemeClr val="bg1"/>
                </a:solidFill>
                <a:latin typeface="微软雅黑" panose="020B0503020204020204" pitchFamily="34" charset="-122"/>
                <a:ea typeface="微软雅黑" panose="020B0503020204020204" pitchFamily="34" charset="-122"/>
              </a:endParaRPr>
            </a:p>
          </p:txBody>
        </p:sp>
        <p:sp>
          <p:nvSpPr>
            <p:cNvPr id="27" name="矩形 26"/>
            <p:cNvSpPr/>
            <p:nvPr/>
          </p:nvSpPr>
          <p:spPr>
            <a:xfrm>
              <a:off x="498763" y="4092310"/>
              <a:ext cx="6258297" cy="1609325"/>
            </a:xfrm>
            <a:prstGeom prst="rect">
              <a:avLst/>
            </a:prstGeom>
            <a:noFill/>
            <a:ln w="6350">
              <a:solidFill>
                <a:srgbClr val="0971C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grpSp>
          <p:nvGrpSpPr>
            <p:cNvPr id="28" name="组合 27"/>
            <p:cNvGrpSpPr/>
            <p:nvPr/>
          </p:nvGrpSpPr>
          <p:grpSpPr>
            <a:xfrm>
              <a:off x="734158" y="4175025"/>
              <a:ext cx="4122850" cy="507831"/>
              <a:chOff x="734158" y="3827511"/>
              <a:chExt cx="4122850" cy="507831"/>
            </a:xfrm>
          </p:grpSpPr>
          <p:sp>
            <p:nvSpPr>
              <p:cNvPr id="38" name="圆角矩形 37"/>
              <p:cNvSpPr/>
              <p:nvPr/>
            </p:nvSpPr>
            <p:spPr>
              <a:xfrm>
                <a:off x="734158" y="3841560"/>
                <a:ext cx="4122850" cy="430811"/>
              </a:xfrm>
              <a:prstGeom prst="roundRect">
                <a:avLst/>
              </a:prstGeom>
              <a:solidFill>
                <a:srgbClr val="0971C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39" name="矩形 38"/>
              <p:cNvSpPr/>
              <p:nvPr/>
            </p:nvSpPr>
            <p:spPr>
              <a:xfrm>
                <a:off x="756943" y="3827511"/>
                <a:ext cx="4100064" cy="507831"/>
              </a:xfrm>
              <a:prstGeom prst="rect">
                <a:avLst/>
              </a:prstGeom>
            </p:spPr>
            <p:txBody>
              <a:bodyPr wrap="square">
                <a:spAutoFit/>
              </a:bodyPr>
              <a:lstStyle/>
              <a:p>
                <a:pPr algn="ctr">
                  <a:lnSpc>
                    <a:spcPct val="150000"/>
                  </a:lnSpc>
                  <a:spcBef>
                    <a:spcPts val="600"/>
                  </a:spcBef>
                  <a:spcAft>
                    <a:spcPts val="1200"/>
                  </a:spcAft>
                </a:pPr>
                <a:r>
                  <a:rPr lang="zh-CN" altLang="en-US" sz="1800" dirty="0">
                    <a:solidFill>
                      <a:schemeClr val="bg1"/>
                    </a:solidFill>
                    <a:latin typeface="微软雅黑" panose="020B0503020204020204" pitchFamily="34" charset="-122"/>
                    <a:ea typeface="微软雅黑" panose="020B0503020204020204" pitchFamily="34" charset="-122"/>
                  </a:rPr>
                  <a:t>文字</a:t>
                </a:r>
                <a:endParaRPr lang="en-US" altLang="zh-CN" sz="1800" dirty="0">
                  <a:solidFill>
                    <a:schemeClr val="bg1"/>
                  </a:solidFill>
                  <a:latin typeface="微软雅黑" panose="020B0503020204020204" pitchFamily="34" charset="-122"/>
                  <a:ea typeface="微软雅黑" panose="020B0503020204020204" pitchFamily="34" charset="-122"/>
                </a:endParaRPr>
              </a:p>
            </p:txBody>
          </p:sp>
        </p:grpSp>
        <p:grpSp>
          <p:nvGrpSpPr>
            <p:cNvPr id="29" name="组合 28"/>
            <p:cNvGrpSpPr/>
            <p:nvPr/>
          </p:nvGrpSpPr>
          <p:grpSpPr>
            <a:xfrm>
              <a:off x="734158" y="4951936"/>
              <a:ext cx="4122850" cy="507831"/>
              <a:chOff x="734158" y="4604422"/>
              <a:chExt cx="4122850" cy="507831"/>
            </a:xfrm>
          </p:grpSpPr>
          <p:sp>
            <p:nvSpPr>
              <p:cNvPr id="36" name="圆角矩形 35"/>
              <p:cNvSpPr/>
              <p:nvPr/>
            </p:nvSpPr>
            <p:spPr>
              <a:xfrm>
                <a:off x="734158" y="4618471"/>
                <a:ext cx="4122850" cy="430811"/>
              </a:xfrm>
              <a:prstGeom prst="roundRect">
                <a:avLst/>
              </a:prstGeom>
              <a:solidFill>
                <a:srgbClr val="0971C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37" name="矩形 36"/>
              <p:cNvSpPr/>
              <p:nvPr/>
            </p:nvSpPr>
            <p:spPr>
              <a:xfrm>
                <a:off x="734158" y="4604422"/>
                <a:ext cx="4122849" cy="507831"/>
              </a:xfrm>
              <a:prstGeom prst="rect">
                <a:avLst/>
              </a:prstGeom>
            </p:spPr>
            <p:txBody>
              <a:bodyPr wrap="square">
                <a:spAutoFit/>
              </a:bodyPr>
              <a:lstStyle/>
              <a:p>
                <a:pPr algn="ctr">
                  <a:lnSpc>
                    <a:spcPct val="150000"/>
                  </a:lnSpc>
                  <a:spcBef>
                    <a:spcPts val="600"/>
                  </a:spcBef>
                  <a:spcAft>
                    <a:spcPts val="1200"/>
                  </a:spcAft>
                </a:pPr>
                <a:r>
                  <a:rPr lang="zh-CN" altLang="en-US" sz="1800" dirty="0">
                    <a:solidFill>
                      <a:schemeClr val="bg1"/>
                    </a:solidFill>
                    <a:latin typeface="微软雅黑" panose="020B0503020204020204" pitchFamily="34" charset="-122"/>
                    <a:ea typeface="微软雅黑" panose="020B0503020204020204" pitchFamily="34" charset="-122"/>
                  </a:rPr>
                  <a:t> 文字</a:t>
                </a:r>
                <a:endParaRPr lang="en-US" altLang="zh-CN" sz="1800" dirty="0">
                  <a:solidFill>
                    <a:schemeClr val="bg1"/>
                  </a:solidFill>
                  <a:latin typeface="微软雅黑" panose="020B0503020204020204" pitchFamily="34" charset="-122"/>
                  <a:ea typeface="微软雅黑" panose="020B0503020204020204" pitchFamily="34" charset="-122"/>
                </a:endParaRPr>
              </a:p>
            </p:txBody>
          </p:sp>
        </p:grpSp>
        <p:grpSp>
          <p:nvGrpSpPr>
            <p:cNvPr id="30" name="组合 29"/>
            <p:cNvGrpSpPr/>
            <p:nvPr/>
          </p:nvGrpSpPr>
          <p:grpSpPr>
            <a:xfrm>
              <a:off x="5082831" y="4092310"/>
              <a:ext cx="1494454" cy="618118"/>
              <a:chOff x="5082831" y="3790906"/>
              <a:chExt cx="1494454" cy="618118"/>
            </a:xfrm>
          </p:grpSpPr>
          <p:sp>
            <p:nvSpPr>
              <p:cNvPr id="34" name="圆角矩形 33"/>
              <p:cNvSpPr/>
              <p:nvPr/>
            </p:nvSpPr>
            <p:spPr>
              <a:xfrm>
                <a:off x="5082831" y="3901718"/>
                <a:ext cx="1494454" cy="430811"/>
              </a:xfrm>
              <a:prstGeom prst="roundRect">
                <a:avLst/>
              </a:prstGeom>
              <a:solidFill>
                <a:srgbClr val="0971C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35" name="矩形 34"/>
              <p:cNvSpPr/>
              <p:nvPr/>
            </p:nvSpPr>
            <p:spPr>
              <a:xfrm>
                <a:off x="5587684" y="3790906"/>
                <a:ext cx="484748" cy="618118"/>
              </a:xfrm>
              <a:prstGeom prst="rect">
                <a:avLst/>
              </a:prstGeom>
            </p:spPr>
            <p:txBody>
              <a:bodyPr wrap="none">
                <a:spAutoFit/>
              </a:bodyPr>
              <a:lstStyle/>
              <a:p>
                <a:pPr algn="ctr">
                  <a:lnSpc>
                    <a:spcPts val="4100"/>
                  </a:lnSpc>
                  <a:spcBef>
                    <a:spcPts val="600"/>
                  </a:spcBef>
                  <a:spcAft>
                    <a:spcPts val="1200"/>
                  </a:spcAft>
                </a:pPr>
                <a:r>
                  <a:rPr lang="zh-CN" altLang="en-US" sz="1800" dirty="0">
                    <a:solidFill>
                      <a:schemeClr val="bg1"/>
                    </a:solidFill>
                    <a:latin typeface="微软雅黑" panose="020B0503020204020204" pitchFamily="34" charset="-122"/>
                    <a:ea typeface="微软雅黑" panose="020B0503020204020204" pitchFamily="34" charset="-122"/>
                  </a:rPr>
                  <a:t>文字</a:t>
                </a:r>
                <a:endParaRPr lang="en-US" altLang="zh-CN" sz="1800" dirty="0">
                  <a:solidFill>
                    <a:schemeClr val="bg1"/>
                  </a:solidFill>
                  <a:latin typeface="微软雅黑" panose="020B0503020204020204" pitchFamily="34" charset="-122"/>
                  <a:ea typeface="微软雅黑" panose="020B0503020204020204" pitchFamily="34" charset="-122"/>
                </a:endParaRPr>
              </a:p>
            </p:txBody>
          </p:sp>
        </p:grpSp>
        <p:grpSp>
          <p:nvGrpSpPr>
            <p:cNvPr id="31" name="组合 30"/>
            <p:cNvGrpSpPr/>
            <p:nvPr/>
          </p:nvGrpSpPr>
          <p:grpSpPr>
            <a:xfrm>
              <a:off x="5082831" y="4853376"/>
              <a:ext cx="1494454" cy="618118"/>
              <a:chOff x="5439081" y="4506787"/>
              <a:chExt cx="1494454" cy="618118"/>
            </a:xfrm>
          </p:grpSpPr>
          <p:sp>
            <p:nvSpPr>
              <p:cNvPr id="32" name="圆角矩形 31"/>
              <p:cNvSpPr/>
              <p:nvPr/>
            </p:nvSpPr>
            <p:spPr>
              <a:xfrm>
                <a:off x="5439081" y="4633444"/>
                <a:ext cx="1494454" cy="430811"/>
              </a:xfrm>
              <a:prstGeom prst="roundRect">
                <a:avLst/>
              </a:prstGeom>
              <a:solidFill>
                <a:srgbClr val="0971C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33" name="矩形 32"/>
              <p:cNvSpPr/>
              <p:nvPr/>
            </p:nvSpPr>
            <p:spPr>
              <a:xfrm>
                <a:off x="5943935" y="4506787"/>
                <a:ext cx="484748" cy="618118"/>
              </a:xfrm>
              <a:prstGeom prst="rect">
                <a:avLst/>
              </a:prstGeom>
            </p:spPr>
            <p:txBody>
              <a:bodyPr wrap="none">
                <a:spAutoFit/>
              </a:bodyPr>
              <a:lstStyle/>
              <a:p>
                <a:pPr algn="ctr">
                  <a:lnSpc>
                    <a:spcPts val="4100"/>
                  </a:lnSpc>
                  <a:spcBef>
                    <a:spcPts val="600"/>
                  </a:spcBef>
                  <a:spcAft>
                    <a:spcPts val="1200"/>
                  </a:spcAft>
                </a:pPr>
                <a:r>
                  <a:rPr lang="zh-CN" altLang="en-US" sz="1800" dirty="0">
                    <a:solidFill>
                      <a:schemeClr val="bg1"/>
                    </a:solidFill>
                    <a:latin typeface="微软雅黑" panose="020B0503020204020204" pitchFamily="34" charset="-122"/>
                    <a:ea typeface="微软雅黑" panose="020B0503020204020204" pitchFamily="34" charset="-122"/>
                  </a:rPr>
                  <a:t>文字</a:t>
                </a:r>
                <a:endParaRPr lang="en-US" altLang="zh-CN" sz="1800" dirty="0">
                  <a:solidFill>
                    <a:schemeClr val="bg1"/>
                  </a:solidFill>
                  <a:latin typeface="微软雅黑" panose="020B0503020204020204" pitchFamily="34" charset="-122"/>
                  <a:ea typeface="微软雅黑" panose="020B0503020204020204" pitchFamily="34" charset="-122"/>
                </a:endParaRPr>
              </a:p>
            </p:txBody>
          </p:sp>
        </p:gr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1000"/>
                                        <p:tgtEl>
                                          <p:spTgt spid="23"/>
                                        </p:tgtEl>
                                      </p:cBhvr>
                                    </p:animEffect>
                                    <p:anim calcmode="lin" valueType="num">
                                      <p:cBhvr>
                                        <p:cTn id="8" dur="1000" fill="hold"/>
                                        <p:tgtEl>
                                          <p:spTgt spid="23"/>
                                        </p:tgtEl>
                                        <p:attrNameLst>
                                          <p:attrName>ppt_x</p:attrName>
                                        </p:attrNameLst>
                                      </p:cBhvr>
                                      <p:tavLst>
                                        <p:tav tm="0">
                                          <p:val>
                                            <p:strVal val="#ppt_x"/>
                                          </p:val>
                                        </p:tav>
                                        <p:tav tm="100000">
                                          <p:val>
                                            <p:strVal val="#ppt_x"/>
                                          </p:val>
                                        </p:tav>
                                      </p:tavLst>
                                    </p:anim>
                                    <p:anim calcmode="lin" valueType="num">
                                      <p:cBhvr>
                                        <p:cTn id="9" dur="10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showMasterSp="0" userDrawn="1">
  <p:cSld name="13_自定义版式">
    <p:spTree>
      <p:nvGrpSpPr>
        <p:cNvPr id="1" name=""/>
        <p:cNvGrpSpPr/>
        <p:nvPr/>
      </p:nvGrpSpPr>
      <p:grpSpPr>
        <a:xfrm>
          <a:off x="0" y="0"/>
          <a:ext cx="0" cy="0"/>
          <a:chOff x="0" y="0"/>
          <a:chExt cx="0" cy="0"/>
        </a:xfrm>
      </p:grpSpPr>
      <p:sp>
        <p:nvSpPr>
          <p:cNvPr id="2" name="矩形 1"/>
          <p:cNvSpPr/>
          <p:nvPr userDrawn="1"/>
        </p:nvSpPr>
        <p:spPr bwMode="auto">
          <a:xfrm>
            <a:off x="335361" y="143636"/>
            <a:ext cx="10991849" cy="2115235"/>
          </a:xfrm>
          <a:prstGeom prst="rect">
            <a:avLst/>
          </a:prstGeom>
          <a:solidFill>
            <a:srgbClr val="D3E4F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endParaRPr lang="zh-CN" altLang="en-US" sz="1600"/>
          </a:p>
        </p:txBody>
      </p:sp>
      <p:sp>
        <p:nvSpPr>
          <p:cNvPr id="5" name="文本占位符 4"/>
          <p:cNvSpPr>
            <a:spLocks noGrp="1"/>
          </p:cNvSpPr>
          <p:nvPr>
            <p:ph type="body" sz="quarter" idx="10" hasCustomPrompt="1"/>
          </p:nvPr>
        </p:nvSpPr>
        <p:spPr>
          <a:xfrm>
            <a:off x="515381" y="278651"/>
            <a:ext cx="10621179" cy="1845205"/>
          </a:xfrm>
          <a:prstGeom prst="rect">
            <a:avLst/>
          </a:prstGeom>
        </p:spPr>
        <p:txBody>
          <a:bodyPr anchor="ctr"/>
          <a:lstStyle>
            <a:lvl1pPr marL="0" indent="0">
              <a:buFontTx/>
              <a:buNone/>
              <a:defRPr lang="zh-CN" altLang="en-US" sz="2000" kern="1200" dirty="0">
                <a:gradFill>
                  <a:gsLst>
                    <a:gs pos="0">
                      <a:srgbClr val="202A36"/>
                    </a:gs>
                    <a:gs pos="100000">
                      <a:srgbClr val="202A36"/>
                    </a:gs>
                  </a:gsLst>
                  <a:lin ang="5400000" scaled="1"/>
                </a:gradFill>
                <a:latin typeface="微软雅黑" panose="020B0503020204020204" pitchFamily="34" charset="-122"/>
                <a:ea typeface="微软雅黑" panose="020B0503020204020204" pitchFamily="34" charset="-122"/>
                <a:cs typeface="Arial" panose="020B0604020202020204" pitchFamily="34" charset="0"/>
              </a:defRPr>
            </a:lvl1pPr>
          </a:lstStyle>
          <a:p>
            <a:pPr lvl="0"/>
            <a:r>
              <a:rPr lang="zh-CN" altLang="en-US" dirty="0"/>
              <a:t>文字</a:t>
            </a:r>
            <a:endParaRPr lang="zh-CN" altLang="en-US" dirty="0"/>
          </a:p>
        </p:txBody>
      </p:sp>
      <p:grpSp>
        <p:nvGrpSpPr>
          <p:cNvPr id="6" name="组合 5"/>
          <p:cNvGrpSpPr/>
          <p:nvPr userDrawn="1"/>
        </p:nvGrpSpPr>
        <p:grpSpPr>
          <a:xfrm>
            <a:off x="1175453" y="2753926"/>
            <a:ext cx="5397048" cy="3795801"/>
            <a:chOff x="4772658" y="1641912"/>
            <a:chExt cx="4047786" cy="4353310"/>
          </a:xfrm>
        </p:grpSpPr>
        <p:grpSp>
          <p:nvGrpSpPr>
            <p:cNvPr id="7" name="组合 6"/>
            <p:cNvGrpSpPr/>
            <p:nvPr/>
          </p:nvGrpSpPr>
          <p:grpSpPr>
            <a:xfrm>
              <a:off x="4772658" y="1641912"/>
              <a:ext cx="4047786" cy="4353310"/>
              <a:chOff x="4772658" y="1641912"/>
              <a:chExt cx="4047786" cy="4353310"/>
            </a:xfrm>
          </p:grpSpPr>
          <p:grpSp>
            <p:nvGrpSpPr>
              <p:cNvPr id="19" name="组合 18"/>
              <p:cNvGrpSpPr/>
              <p:nvPr/>
            </p:nvGrpSpPr>
            <p:grpSpPr>
              <a:xfrm>
                <a:off x="5653659" y="1641912"/>
                <a:ext cx="2280106" cy="4353310"/>
                <a:chOff x="6030176" y="1984737"/>
                <a:chExt cx="2567744" cy="3620065"/>
              </a:xfrm>
            </p:grpSpPr>
            <p:sp>
              <p:nvSpPr>
                <p:cNvPr id="22" name="圆角矩形 21"/>
                <p:cNvSpPr/>
                <p:nvPr/>
              </p:nvSpPr>
              <p:spPr>
                <a:xfrm>
                  <a:off x="6030176" y="1984737"/>
                  <a:ext cx="2567744" cy="746311"/>
                </a:xfrm>
                <a:prstGeom prst="roundRect">
                  <a:avLst/>
                </a:prstGeom>
                <a:solidFill>
                  <a:srgbClr val="D3E4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rPr>
                    <a:t>服务</a:t>
                  </a: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23" name="圆角矩形 22"/>
                <p:cNvSpPr/>
                <p:nvPr/>
              </p:nvSpPr>
              <p:spPr>
                <a:xfrm>
                  <a:off x="6030176" y="2942655"/>
                  <a:ext cx="2567744" cy="746311"/>
                </a:xfrm>
                <a:prstGeom prst="roundRect">
                  <a:avLst/>
                </a:prstGeom>
                <a:solidFill>
                  <a:srgbClr val="D3E4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rPr>
                    <a:t>数据</a:t>
                  </a: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24" name="圆角矩形 23"/>
                <p:cNvSpPr/>
                <p:nvPr/>
              </p:nvSpPr>
              <p:spPr>
                <a:xfrm>
                  <a:off x="6030176" y="3900573"/>
                  <a:ext cx="2567744" cy="746311"/>
                </a:xfrm>
                <a:prstGeom prst="roundRect">
                  <a:avLst/>
                </a:prstGeom>
                <a:solidFill>
                  <a:srgbClr val="D3E4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rPr>
                    <a:t>网络</a:t>
                  </a: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25" name="圆角矩形 24"/>
                <p:cNvSpPr/>
                <p:nvPr/>
              </p:nvSpPr>
              <p:spPr>
                <a:xfrm>
                  <a:off x="6030176" y="4858491"/>
                  <a:ext cx="2567744" cy="746311"/>
                </a:xfrm>
                <a:prstGeom prst="roundRect">
                  <a:avLst/>
                </a:prstGeom>
                <a:solidFill>
                  <a:srgbClr val="D3E4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rPr>
                    <a:t>接入</a:t>
                  </a:r>
                  <a:endParaRPr lang="zh-CN" altLang="en-US" sz="2400" dirty="0">
                    <a:solidFill>
                      <a:schemeClr val="tx1">
                        <a:lumMod val="95000"/>
                        <a:lumOff val="5000"/>
                      </a:schemeClr>
                    </a:solidFill>
                    <a:latin typeface="微软雅黑" panose="020B0503020204020204" pitchFamily="34" charset="-122"/>
                    <a:ea typeface="微软雅黑" panose="020B0503020204020204" pitchFamily="34" charset="-122"/>
                  </a:endParaRPr>
                </a:p>
              </p:txBody>
            </p:sp>
          </p:grpSp>
          <p:sp>
            <p:nvSpPr>
              <p:cNvPr id="20" name="圆角矩形 19"/>
              <p:cNvSpPr/>
              <p:nvPr/>
            </p:nvSpPr>
            <p:spPr>
              <a:xfrm>
                <a:off x="4772658" y="1641912"/>
                <a:ext cx="552378" cy="4353310"/>
              </a:xfrm>
              <a:prstGeom prst="roundRect">
                <a:avLst/>
              </a:prstGeom>
              <a:solidFill>
                <a:srgbClr val="0971C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400" dirty="0">
                    <a:solidFill>
                      <a:schemeClr val="bg1"/>
                    </a:solidFill>
                    <a:latin typeface="微软雅黑" panose="020B0503020204020204" pitchFamily="34" charset="-122"/>
                    <a:ea typeface="微软雅黑" panose="020B0503020204020204" pitchFamily="34" charset="-122"/>
                  </a:rPr>
                  <a:t>关键技术</a:t>
                </a:r>
                <a:endParaRPr lang="zh-CN" altLang="en-US" sz="2400" dirty="0">
                  <a:solidFill>
                    <a:schemeClr val="bg1"/>
                  </a:solidFill>
                  <a:latin typeface="微软雅黑" panose="020B0503020204020204" pitchFamily="34" charset="-122"/>
                  <a:ea typeface="微软雅黑" panose="020B0503020204020204" pitchFamily="34" charset="-122"/>
                </a:endParaRPr>
              </a:p>
            </p:txBody>
          </p:sp>
          <p:sp>
            <p:nvSpPr>
              <p:cNvPr id="21" name="圆角矩形 20"/>
              <p:cNvSpPr/>
              <p:nvPr/>
            </p:nvSpPr>
            <p:spPr>
              <a:xfrm>
                <a:off x="8268066" y="1641912"/>
                <a:ext cx="552378" cy="4353310"/>
              </a:xfrm>
              <a:prstGeom prst="roundRect">
                <a:avLst/>
              </a:prstGeom>
              <a:solidFill>
                <a:srgbClr val="0971C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400" dirty="0">
                    <a:solidFill>
                      <a:schemeClr val="bg1"/>
                    </a:solidFill>
                    <a:latin typeface="微软雅黑" panose="020B0503020204020204" pitchFamily="34" charset="-122"/>
                    <a:ea typeface="微软雅黑" panose="020B0503020204020204" pitchFamily="34" charset="-122"/>
                  </a:rPr>
                  <a:t>标准安全</a:t>
                </a:r>
                <a:endParaRPr lang="en-US" altLang="zh-CN" sz="2400" dirty="0">
                  <a:solidFill>
                    <a:schemeClr val="bg1"/>
                  </a:solidFill>
                  <a:latin typeface="微软雅黑" panose="020B0503020204020204" pitchFamily="34" charset="-122"/>
                  <a:ea typeface="微软雅黑" panose="020B0503020204020204" pitchFamily="34" charset="-122"/>
                </a:endParaRPr>
              </a:p>
            </p:txBody>
          </p:sp>
        </p:grpSp>
        <p:sp>
          <p:nvSpPr>
            <p:cNvPr id="8" name="下箭头 7"/>
            <p:cNvSpPr/>
            <p:nvPr/>
          </p:nvSpPr>
          <p:spPr>
            <a:xfrm flipV="1">
              <a:off x="6681653" y="4868103"/>
              <a:ext cx="224118" cy="204817"/>
            </a:xfrm>
            <a:prstGeom prst="downArrow">
              <a:avLst/>
            </a:prstGeom>
            <a:solidFill>
              <a:srgbClr val="0971C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9" name="下箭头 8"/>
            <p:cNvSpPr/>
            <p:nvPr/>
          </p:nvSpPr>
          <p:spPr>
            <a:xfrm flipV="1">
              <a:off x="6676939" y="3716158"/>
              <a:ext cx="224118" cy="204817"/>
            </a:xfrm>
            <a:prstGeom prst="downArrow">
              <a:avLst/>
            </a:prstGeom>
            <a:solidFill>
              <a:srgbClr val="0971C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10" name="下箭头 9"/>
            <p:cNvSpPr/>
            <p:nvPr/>
          </p:nvSpPr>
          <p:spPr>
            <a:xfrm flipV="1">
              <a:off x="6676939" y="2564214"/>
              <a:ext cx="224118" cy="204817"/>
            </a:xfrm>
            <a:prstGeom prst="downArrow">
              <a:avLst/>
            </a:prstGeom>
            <a:solidFill>
              <a:srgbClr val="0971C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11" name="下箭头 10"/>
            <p:cNvSpPr/>
            <p:nvPr/>
          </p:nvSpPr>
          <p:spPr>
            <a:xfrm rot="5400000" flipV="1">
              <a:off x="5374450" y="1988242"/>
              <a:ext cx="224118" cy="204817"/>
            </a:xfrm>
            <a:prstGeom prst="downArrow">
              <a:avLst/>
            </a:prstGeom>
            <a:solidFill>
              <a:srgbClr val="0971C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12" name="下箭头 11"/>
            <p:cNvSpPr/>
            <p:nvPr/>
          </p:nvSpPr>
          <p:spPr>
            <a:xfrm rot="5400000" flipV="1">
              <a:off x="5374451" y="3140187"/>
              <a:ext cx="224118" cy="204817"/>
            </a:xfrm>
            <a:prstGeom prst="downArrow">
              <a:avLst/>
            </a:prstGeom>
            <a:solidFill>
              <a:srgbClr val="0971C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13" name="下箭头 12"/>
            <p:cNvSpPr/>
            <p:nvPr/>
          </p:nvSpPr>
          <p:spPr>
            <a:xfrm rot="5400000" flipV="1">
              <a:off x="5374450" y="4292131"/>
              <a:ext cx="224118" cy="204817"/>
            </a:xfrm>
            <a:prstGeom prst="downArrow">
              <a:avLst/>
            </a:prstGeom>
            <a:solidFill>
              <a:srgbClr val="0971C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14" name="下箭头 13"/>
            <p:cNvSpPr/>
            <p:nvPr/>
          </p:nvSpPr>
          <p:spPr>
            <a:xfrm rot="5400000" flipV="1">
              <a:off x="5374451" y="5444075"/>
              <a:ext cx="224118" cy="204817"/>
            </a:xfrm>
            <a:prstGeom prst="downArrow">
              <a:avLst/>
            </a:prstGeom>
            <a:solidFill>
              <a:srgbClr val="0971C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15" name="下箭头 14"/>
            <p:cNvSpPr/>
            <p:nvPr/>
          </p:nvSpPr>
          <p:spPr>
            <a:xfrm rot="16200000" flipH="1" flipV="1">
              <a:off x="7988854" y="5444076"/>
              <a:ext cx="224118" cy="204817"/>
            </a:xfrm>
            <a:prstGeom prst="downArrow">
              <a:avLst/>
            </a:prstGeom>
            <a:solidFill>
              <a:srgbClr val="0971C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16" name="下箭头 15"/>
            <p:cNvSpPr/>
            <p:nvPr/>
          </p:nvSpPr>
          <p:spPr>
            <a:xfrm rot="16200000" flipH="1" flipV="1">
              <a:off x="7985782" y="4292131"/>
              <a:ext cx="224118" cy="204817"/>
            </a:xfrm>
            <a:prstGeom prst="downArrow">
              <a:avLst/>
            </a:prstGeom>
            <a:solidFill>
              <a:srgbClr val="0971C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17" name="下箭头 16"/>
            <p:cNvSpPr/>
            <p:nvPr/>
          </p:nvSpPr>
          <p:spPr>
            <a:xfrm rot="16200000" flipH="1" flipV="1">
              <a:off x="7985782" y="3140187"/>
              <a:ext cx="224118" cy="204817"/>
            </a:xfrm>
            <a:prstGeom prst="downArrow">
              <a:avLst/>
            </a:prstGeom>
            <a:solidFill>
              <a:srgbClr val="0971C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18" name="下箭头 17"/>
            <p:cNvSpPr/>
            <p:nvPr/>
          </p:nvSpPr>
          <p:spPr>
            <a:xfrm rot="16200000" flipH="1" flipV="1">
              <a:off x="7985782" y="1988242"/>
              <a:ext cx="224118" cy="204817"/>
            </a:xfrm>
            <a:prstGeom prst="downArrow">
              <a:avLst/>
            </a:prstGeom>
            <a:solidFill>
              <a:srgbClr val="0971C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grpSp>
      <p:cxnSp>
        <p:nvCxnSpPr>
          <p:cNvPr id="26" name="直接连接符 25"/>
          <p:cNvCxnSpPr/>
          <p:nvPr userDrawn="1"/>
        </p:nvCxnSpPr>
        <p:spPr>
          <a:xfrm>
            <a:off x="8076220" y="3557941"/>
            <a:ext cx="2875136" cy="0"/>
          </a:xfrm>
          <a:prstGeom prst="line">
            <a:avLst/>
          </a:prstGeom>
          <a:ln w="3175" cap="rnd">
            <a:solidFill>
              <a:schemeClr val="bg1">
                <a:lumMod val="7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showMasterSp="0" userDrawn="1">
  <p:cSld name="14_自定义版式">
    <p:spTree>
      <p:nvGrpSpPr>
        <p:cNvPr id="1" name=""/>
        <p:cNvGrpSpPr/>
        <p:nvPr/>
      </p:nvGrpSpPr>
      <p:grpSpPr>
        <a:xfrm>
          <a:off x="0" y="0"/>
          <a:ext cx="0" cy="0"/>
          <a:chOff x="0" y="0"/>
          <a:chExt cx="0" cy="0"/>
        </a:xfrm>
      </p:grpSpPr>
      <p:cxnSp>
        <p:nvCxnSpPr>
          <p:cNvPr id="2" name="直接连接符 1"/>
          <p:cNvCxnSpPr/>
          <p:nvPr userDrawn="1"/>
        </p:nvCxnSpPr>
        <p:spPr>
          <a:xfrm>
            <a:off x="384000" y="2111563"/>
            <a:ext cx="11353259" cy="0"/>
          </a:xfrm>
          <a:prstGeom prst="line">
            <a:avLst/>
          </a:prstGeom>
          <a:ln>
            <a:solidFill>
              <a:srgbClr val="003F98"/>
            </a:solidFill>
            <a:prstDash val="dash"/>
          </a:ln>
        </p:spPr>
        <p:style>
          <a:lnRef idx="1">
            <a:schemeClr val="dk1"/>
          </a:lnRef>
          <a:fillRef idx="0">
            <a:schemeClr val="dk1"/>
          </a:fillRef>
          <a:effectRef idx="0">
            <a:schemeClr val="dk1"/>
          </a:effectRef>
          <a:fontRef idx="minor">
            <a:schemeClr val="tx1"/>
          </a:fontRef>
        </p:style>
      </p:cxnSp>
      <p:cxnSp>
        <p:nvCxnSpPr>
          <p:cNvPr id="3" name="直接连接符 2"/>
          <p:cNvCxnSpPr/>
          <p:nvPr userDrawn="1"/>
        </p:nvCxnSpPr>
        <p:spPr>
          <a:xfrm>
            <a:off x="384000" y="3172805"/>
            <a:ext cx="11353259" cy="0"/>
          </a:xfrm>
          <a:prstGeom prst="line">
            <a:avLst/>
          </a:prstGeom>
          <a:ln>
            <a:solidFill>
              <a:srgbClr val="003F98"/>
            </a:solidFill>
            <a:prstDash val="dash"/>
          </a:ln>
        </p:spPr>
        <p:style>
          <a:lnRef idx="1">
            <a:schemeClr val="dk1"/>
          </a:lnRef>
          <a:fillRef idx="0">
            <a:schemeClr val="dk1"/>
          </a:fillRef>
          <a:effectRef idx="0">
            <a:schemeClr val="dk1"/>
          </a:effectRef>
          <a:fontRef idx="minor">
            <a:schemeClr val="tx1"/>
          </a:fontRef>
        </p:style>
      </p:cxnSp>
      <p:cxnSp>
        <p:nvCxnSpPr>
          <p:cNvPr id="4" name="直接连接符 3"/>
          <p:cNvCxnSpPr/>
          <p:nvPr userDrawn="1"/>
        </p:nvCxnSpPr>
        <p:spPr>
          <a:xfrm>
            <a:off x="384000" y="4953373"/>
            <a:ext cx="11353259" cy="0"/>
          </a:xfrm>
          <a:prstGeom prst="line">
            <a:avLst/>
          </a:prstGeom>
          <a:ln>
            <a:solidFill>
              <a:srgbClr val="003F98"/>
            </a:solidFill>
            <a:prstDash val="dash"/>
          </a:ln>
        </p:spPr>
        <p:style>
          <a:lnRef idx="1">
            <a:schemeClr val="dk1"/>
          </a:lnRef>
          <a:fillRef idx="0">
            <a:schemeClr val="dk1"/>
          </a:fillRef>
          <a:effectRef idx="0">
            <a:schemeClr val="dk1"/>
          </a:effectRef>
          <a:fontRef idx="minor">
            <a:schemeClr val="tx1"/>
          </a:fontRef>
        </p:style>
      </p:cxnSp>
      <p:cxnSp>
        <p:nvCxnSpPr>
          <p:cNvPr id="5" name="直接连接符 4"/>
          <p:cNvCxnSpPr/>
          <p:nvPr userDrawn="1"/>
        </p:nvCxnSpPr>
        <p:spPr>
          <a:xfrm>
            <a:off x="384000" y="5648002"/>
            <a:ext cx="11353259" cy="0"/>
          </a:xfrm>
          <a:prstGeom prst="line">
            <a:avLst/>
          </a:prstGeom>
          <a:ln>
            <a:solidFill>
              <a:srgbClr val="003F98"/>
            </a:solidFill>
            <a:prstDash val="dash"/>
          </a:ln>
        </p:spPr>
        <p:style>
          <a:lnRef idx="1">
            <a:schemeClr val="dk1"/>
          </a:lnRef>
          <a:fillRef idx="0">
            <a:schemeClr val="dk1"/>
          </a:fillRef>
          <a:effectRef idx="0">
            <a:schemeClr val="dk1"/>
          </a:effectRef>
          <a:fontRef idx="minor">
            <a:schemeClr val="tx1"/>
          </a:fontRef>
        </p:style>
      </p:cxnSp>
      <p:grpSp>
        <p:nvGrpSpPr>
          <p:cNvPr id="6" name="组合 5"/>
          <p:cNvGrpSpPr/>
          <p:nvPr userDrawn="1"/>
        </p:nvGrpSpPr>
        <p:grpSpPr>
          <a:xfrm>
            <a:off x="2531003" y="933634"/>
            <a:ext cx="9295493" cy="5293239"/>
            <a:chOff x="946904" y="992994"/>
            <a:chExt cx="7222207" cy="5293239"/>
          </a:xfrm>
        </p:grpSpPr>
        <p:cxnSp>
          <p:nvCxnSpPr>
            <p:cNvPr id="7" name="直接连接符 6"/>
            <p:cNvCxnSpPr/>
            <p:nvPr/>
          </p:nvCxnSpPr>
          <p:spPr>
            <a:xfrm flipV="1">
              <a:off x="2043953" y="3281083"/>
              <a:ext cx="0" cy="968188"/>
            </a:xfrm>
            <a:prstGeom prst="line">
              <a:avLst/>
            </a:prstGeom>
            <a:noFill/>
            <a:ln w="6350">
              <a:solidFill>
                <a:srgbClr val="0971CE"/>
              </a:solidFill>
            </a:ln>
          </p:spPr>
          <p:style>
            <a:lnRef idx="2">
              <a:schemeClr val="accent1">
                <a:shade val="50000"/>
              </a:schemeClr>
            </a:lnRef>
            <a:fillRef idx="1">
              <a:schemeClr val="accent1"/>
            </a:fillRef>
            <a:effectRef idx="0">
              <a:schemeClr val="accent1"/>
            </a:effectRef>
            <a:fontRef idx="minor">
              <a:schemeClr val="lt1"/>
            </a:fontRef>
          </p:style>
        </p:cxnSp>
        <p:grpSp>
          <p:nvGrpSpPr>
            <p:cNvPr id="8" name="组合 7"/>
            <p:cNvGrpSpPr/>
            <p:nvPr/>
          </p:nvGrpSpPr>
          <p:grpSpPr>
            <a:xfrm>
              <a:off x="1671483" y="992994"/>
              <a:ext cx="5729315" cy="1006776"/>
              <a:chOff x="1671483" y="992994"/>
              <a:chExt cx="5729315" cy="1006776"/>
            </a:xfrm>
          </p:grpSpPr>
          <p:sp>
            <p:nvSpPr>
              <p:cNvPr id="29" name="圆角矩形 28"/>
              <p:cNvSpPr/>
              <p:nvPr/>
            </p:nvSpPr>
            <p:spPr>
              <a:xfrm>
                <a:off x="1671483" y="1207739"/>
                <a:ext cx="5729314" cy="792031"/>
              </a:xfrm>
              <a:prstGeom prst="roundRect">
                <a:avLst>
                  <a:gd name="adj" fmla="val 12638"/>
                </a:avLst>
              </a:prstGeom>
              <a:solidFill>
                <a:srgbClr val="D3E4FC"/>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endParaRPr lang="zh-CN" altLang="en-US" sz="1400" dirty="0">
                  <a:ln w="11430"/>
                  <a:gradFill>
                    <a:gsLst>
                      <a:gs pos="25000">
                        <a:schemeClr val="bg1"/>
                      </a:gs>
                      <a:gs pos="100000">
                        <a:schemeClr val="bg1">
                          <a:lumMod val="95000"/>
                        </a:schemeClr>
                      </a:gs>
                    </a:gsLst>
                    <a:lin ang="5400000"/>
                  </a:gradFill>
                  <a:latin typeface="Arial" panose="020B0604020202020204" pitchFamily="34" charset="0"/>
                  <a:ea typeface="微软雅黑" panose="020B0503020204020204" pitchFamily="34" charset="-122"/>
                  <a:cs typeface="Arial" panose="020B0604020202020204" pitchFamily="34" charset="0"/>
                </a:endParaRPr>
              </a:p>
            </p:txBody>
          </p:sp>
          <p:sp>
            <p:nvSpPr>
              <p:cNvPr id="30" name="文本框 29"/>
              <p:cNvSpPr txBox="1"/>
              <p:nvPr/>
            </p:nvSpPr>
            <p:spPr>
              <a:xfrm>
                <a:off x="1671483" y="1400276"/>
                <a:ext cx="5729315" cy="307777"/>
              </a:xfrm>
              <a:prstGeom prst="rect">
                <a:avLst/>
              </a:prstGeom>
            </p:spPr>
            <p:txBody>
              <a:bodyPr wrap="square">
                <a:spAutoFit/>
              </a:bodyPr>
              <a:lstStyle>
                <a:defPPr>
                  <a:defRPr lang="zh-CN"/>
                </a:defPPr>
                <a:lvl1pPr algn="ctr">
                  <a:defRPr sz="1400">
                    <a:ln w="11430"/>
                    <a:gradFill>
                      <a:gsLst>
                        <a:gs pos="25000">
                          <a:schemeClr val="bg1"/>
                        </a:gs>
                        <a:gs pos="100000">
                          <a:schemeClr val="bg1">
                            <a:lumMod val="95000"/>
                          </a:schemeClr>
                        </a:gs>
                      </a:gsLst>
                      <a:lin ang="5400000"/>
                    </a:gradFill>
                    <a:latin typeface="Arial" panose="020B0604020202020204" pitchFamily="34" charset="0"/>
                    <a:ea typeface="微软雅黑" panose="020B0503020204020204" pitchFamily="34" charset="-122"/>
                    <a:cs typeface="Arial" panose="020B0604020202020204" pitchFamily="34" charset="0"/>
                  </a:defRPr>
                </a:lvl1pPr>
              </a:lstStyle>
              <a:p>
                <a:r>
                  <a:rPr lang="zh-CN" altLang="en-US" sz="1400" dirty="0">
                    <a:solidFill>
                      <a:schemeClr val="tx1">
                        <a:lumMod val="95000"/>
                        <a:lumOff val="5000"/>
                      </a:schemeClr>
                    </a:solidFill>
                    <a:latin typeface="微软雅黑" panose="020B0503020204020204" pitchFamily="34" charset="-122"/>
                    <a:cs typeface="+mn-cs"/>
                  </a:rPr>
                  <a:t>文字</a:t>
                </a:r>
                <a:endParaRPr lang="zh-CN" altLang="en-US" sz="1400" dirty="0">
                  <a:solidFill>
                    <a:schemeClr val="tx1">
                      <a:lumMod val="95000"/>
                      <a:lumOff val="5000"/>
                    </a:schemeClr>
                  </a:solidFill>
                  <a:latin typeface="微软雅黑" panose="020B0503020204020204" pitchFamily="34" charset="-122"/>
                  <a:cs typeface="+mn-cs"/>
                </a:endParaRPr>
              </a:p>
            </p:txBody>
          </p:sp>
          <p:sp>
            <p:nvSpPr>
              <p:cNvPr id="31" name="圆角矩形 30"/>
              <p:cNvSpPr/>
              <p:nvPr/>
            </p:nvSpPr>
            <p:spPr>
              <a:xfrm>
                <a:off x="3722778" y="992994"/>
                <a:ext cx="1698442" cy="387445"/>
              </a:xfrm>
              <a:prstGeom prst="roundRect">
                <a:avLst/>
              </a:prstGeom>
              <a:solidFill>
                <a:srgbClr val="0971C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文字</a:t>
                </a:r>
                <a:endParaRPr lang="zh-CN" altLang="en-US" sz="1400" dirty="0">
                  <a:solidFill>
                    <a:schemeClr val="bg1"/>
                  </a:solidFill>
                  <a:latin typeface="微软雅黑" panose="020B0503020204020204" pitchFamily="34" charset="-122"/>
                  <a:ea typeface="微软雅黑" panose="020B0503020204020204" pitchFamily="34" charset="-122"/>
                </a:endParaRPr>
              </a:p>
            </p:txBody>
          </p:sp>
        </p:grpSp>
        <p:sp>
          <p:nvSpPr>
            <p:cNvPr id="9" name="圆角矩形 8"/>
            <p:cNvSpPr/>
            <p:nvPr/>
          </p:nvSpPr>
          <p:spPr>
            <a:xfrm>
              <a:off x="3712471" y="2734235"/>
              <a:ext cx="1680283" cy="359284"/>
            </a:xfrm>
            <a:prstGeom prst="roundRect">
              <a:avLst/>
            </a:prstGeom>
            <a:solidFill>
              <a:srgbClr val="D3E4FC"/>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r>
                <a:rPr lang="zh-CN" altLang="en-US" sz="1400" dirty="0">
                  <a:ln w="11430"/>
                  <a:solidFill>
                    <a:schemeClr val="tx1">
                      <a:lumMod val="95000"/>
                      <a:lumOff val="5000"/>
                    </a:schemeClr>
                  </a:solidFill>
                  <a:latin typeface="Arial" panose="020B0604020202020204" pitchFamily="34" charset="0"/>
                  <a:ea typeface="微软雅黑" panose="020B0503020204020204" pitchFamily="34" charset="-122"/>
                  <a:cs typeface="Arial" panose="020B0604020202020204" pitchFamily="34" charset="0"/>
                </a:rPr>
                <a:t>文字</a:t>
              </a:r>
              <a:endParaRPr lang="zh-CN" altLang="en-US" sz="1400" dirty="0">
                <a:ln w="11430"/>
                <a:solidFill>
                  <a:schemeClr val="tx1">
                    <a:lumMod val="95000"/>
                    <a:lumOff val="5000"/>
                  </a:schemeClr>
                </a:solidFill>
                <a:latin typeface="Arial" panose="020B0604020202020204" pitchFamily="34" charset="0"/>
                <a:ea typeface="微软雅黑" panose="020B0503020204020204" pitchFamily="34" charset="-122"/>
                <a:cs typeface="Arial" panose="020B0604020202020204" pitchFamily="34" charset="0"/>
              </a:endParaRPr>
            </a:p>
          </p:txBody>
        </p:sp>
        <p:sp>
          <p:nvSpPr>
            <p:cNvPr id="10" name="圆角矩形 9"/>
            <p:cNvSpPr/>
            <p:nvPr/>
          </p:nvSpPr>
          <p:spPr>
            <a:xfrm>
              <a:off x="1819745" y="2734235"/>
              <a:ext cx="1680283" cy="359284"/>
            </a:xfrm>
            <a:prstGeom prst="roundRect">
              <a:avLst/>
            </a:prstGeom>
            <a:solidFill>
              <a:srgbClr val="D3E4FC"/>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r>
                <a:rPr lang="zh-CN" altLang="en-US" sz="1400" dirty="0">
                  <a:ln w="11430"/>
                  <a:solidFill>
                    <a:schemeClr val="tx1">
                      <a:lumMod val="95000"/>
                      <a:lumOff val="5000"/>
                    </a:schemeClr>
                  </a:solidFill>
                  <a:latin typeface="Arial" panose="020B0604020202020204" pitchFamily="34" charset="0"/>
                  <a:ea typeface="微软雅黑" panose="020B0503020204020204" pitchFamily="34" charset="-122"/>
                  <a:cs typeface="Arial" panose="020B0604020202020204" pitchFamily="34" charset="0"/>
                </a:rPr>
                <a:t>文字</a:t>
              </a:r>
              <a:endParaRPr lang="zh-CN" altLang="en-US" sz="1400" dirty="0">
                <a:ln w="11430"/>
                <a:solidFill>
                  <a:schemeClr val="tx1">
                    <a:lumMod val="95000"/>
                    <a:lumOff val="5000"/>
                  </a:schemeClr>
                </a:solidFill>
                <a:latin typeface="Arial" panose="020B0604020202020204" pitchFamily="34" charset="0"/>
                <a:ea typeface="微软雅黑" panose="020B0503020204020204" pitchFamily="34" charset="-122"/>
                <a:cs typeface="Arial" panose="020B0604020202020204" pitchFamily="34" charset="0"/>
              </a:endParaRPr>
            </a:p>
          </p:txBody>
        </p:sp>
        <p:sp>
          <p:nvSpPr>
            <p:cNvPr id="11" name="圆角矩形 10"/>
            <p:cNvSpPr/>
            <p:nvPr/>
          </p:nvSpPr>
          <p:spPr>
            <a:xfrm>
              <a:off x="5621672" y="2734234"/>
              <a:ext cx="1680283" cy="359284"/>
            </a:xfrm>
            <a:prstGeom prst="roundRect">
              <a:avLst/>
            </a:prstGeom>
            <a:solidFill>
              <a:srgbClr val="D3E4FC"/>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r>
                <a:rPr lang="zh-CN" altLang="en-US" sz="1400" dirty="0">
                  <a:ln w="11430"/>
                  <a:solidFill>
                    <a:schemeClr val="tx1">
                      <a:lumMod val="95000"/>
                      <a:lumOff val="5000"/>
                    </a:schemeClr>
                  </a:solidFill>
                  <a:latin typeface="Arial" panose="020B0604020202020204" pitchFamily="34" charset="0"/>
                  <a:ea typeface="微软雅黑" panose="020B0503020204020204" pitchFamily="34" charset="-122"/>
                  <a:cs typeface="Arial" panose="020B0604020202020204" pitchFamily="34" charset="0"/>
                </a:rPr>
                <a:t>文字</a:t>
              </a:r>
              <a:endParaRPr lang="zh-CN" altLang="en-US" sz="1400" dirty="0">
                <a:ln w="11430"/>
                <a:solidFill>
                  <a:schemeClr val="tx1">
                    <a:lumMod val="95000"/>
                    <a:lumOff val="5000"/>
                  </a:schemeClr>
                </a:solidFill>
                <a:latin typeface="Arial" panose="020B0604020202020204" pitchFamily="34" charset="0"/>
                <a:ea typeface="微软雅黑" panose="020B0503020204020204" pitchFamily="34" charset="-122"/>
                <a:cs typeface="Arial" panose="020B0604020202020204" pitchFamily="34" charset="0"/>
              </a:endParaRPr>
            </a:p>
          </p:txBody>
        </p:sp>
        <p:sp>
          <p:nvSpPr>
            <p:cNvPr id="12" name="圆角矩形 11"/>
            <p:cNvSpPr/>
            <p:nvPr/>
          </p:nvSpPr>
          <p:spPr>
            <a:xfrm>
              <a:off x="946904" y="3390297"/>
              <a:ext cx="2404861" cy="749760"/>
            </a:xfrm>
            <a:prstGeom prst="roundRect">
              <a:avLst/>
            </a:prstGeom>
            <a:solidFill>
              <a:srgbClr val="0971CE"/>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50000"/>
                </a:lnSpc>
              </a:pPr>
              <a:r>
                <a:rPr lang="zh-CN" altLang="en-US" sz="1400" dirty="0">
                  <a:ln w="11430"/>
                  <a:solidFill>
                    <a:schemeClr val="bg1"/>
                  </a:solidFill>
                  <a:latin typeface="微软雅黑" panose="020B0503020204020204" pitchFamily="34" charset="-122"/>
                  <a:ea typeface="微软雅黑" panose="020B0503020204020204" pitchFamily="34" charset="-122"/>
                </a:rPr>
                <a:t>文字</a:t>
              </a:r>
              <a:endParaRPr lang="zh-CN" altLang="en-US" sz="1400" dirty="0">
                <a:ln w="11430"/>
                <a:solidFill>
                  <a:schemeClr val="bg1"/>
                </a:solidFill>
                <a:latin typeface="微软雅黑" panose="020B0503020204020204" pitchFamily="34" charset="-122"/>
                <a:ea typeface="微软雅黑" panose="020B0503020204020204" pitchFamily="34" charset="-122"/>
              </a:endParaRPr>
            </a:p>
          </p:txBody>
        </p:sp>
        <p:sp>
          <p:nvSpPr>
            <p:cNvPr id="13" name="圆角矩形 12"/>
            <p:cNvSpPr/>
            <p:nvPr/>
          </p:nvSpPr>
          <p:spPr>
            <a:xfrm>
              <a:off x="1671483" y="5816044"/>
              <a:ext cx="5729314" cy="470189"/>
            </a:xfrm>
            <a:prstGeom prst="roundRect">
              <a:avLst/>
            </a:prstGeom>
            <a:solidFill>
              <a:srgbClr val="0971CE"/>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r>
                <a:rPr lang="zh-CN" altLang="en-US" sz="1400" dirty="0">
                  <a:ln w="11430"/>
                  <a:solidFill>
                    <a:schemeClr val="bg1"/>
                  </a:solidFill>
                  <a:latin typeface="微软雅黑" panose="020B0503020204020204" pitchFamily="34" charset="-122"/>
                  <a:ea typeface="微软雅黑" panose="020B0503020204020204" pitchFamily="34" charset="-122"/>
                </a:rPr>
                <a:t>文字</a:t>
              </a:r>
              <a:endParaRPr lang="zh-CN" altLang="en-US" sz="1400" dirty="0">
                <a:ln w="11430"/>
                <a:solidFill>
                  <a:schemeClr val="bg1"/>
                </a:solidFill>
                <a:latin typeface="微软雅黑" panose="020B0503020204020204" pitchFamily="34" charset="-122"/>
                <a:ea typeface="微软雅黑" panose="020B0503020204020204" pitchFamily="34" charset="-122"/>
              </a:endParaRPr>
            </a:p>
          </p:txBody>
        </p:sp>
        <p:sp>
          <p:nvSpPr>
            <p:cNvPr id="14" name="圆角矩形 13"/>
            <p:cNvSpPr/>
            <p:nvPr/>
          </p:nvSpPr>
          <p:spPr>
            <a:xfrm>
              <a:off x="1671483" y="5122555"/>
              <a:ext cx="5729314" cy="470189"/>
            </a:xfrm>
            <a:prstGeom prst="roundRect">
              <a:avLst/>
            </a:prstGeom>
            <a:solidFill>
              <a:srgbClr val="0971CE"/>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r>
                <a:rPr lang="zh-CN" altLang="en-US" sz="1400" dirty="0">
                  <a:ln w="11430"/>
                  <a:solidFill>
                    <a:schemeClr val="bg1"/>
                  </a:solidFill>
                  <a:latin typeface="微软雅黑" panose="020B0503020204020204" pitchFamily="34" charset="-122"/>
                  <a:ea typeface="微软雅黑" panose="020B0503020204020204" pitchFamily="34" charset="-122"/>
                </a:rPr>
                <a:t> 文字</a:t>
              </a:r>
              <a:endParaRPr lang="zh-CN" altLang="en-US" sz="1400" dirty="0">
                <a:ln w="11430"/>
                <a:solidFill>
                  <a:schemeClr val="bg1"/>
                </a:solidFill>
                <a:latin typeface="微软雅黑" panose="020B0503020204020204" pitchFamily="34" charset="-122"/>
                <a:ea typeface="微软雅黑" panose="020B0503020204020204" pitchFamily="34" charset="-122"/>
              </a:endParaRPr>
            </a:p>
          </p:txBody>
        </p:sp>
        <p:sp>
          <p:nvSpPr>
            <p:cNvPr id="15" name="圆角矩形 14"/>
            <p:cNvSpPr/>
            <p:nvPr/>
          </p:nvSpPr>
          <p:spPr>
            <a:xfrm>
              <a:off x="1671483" y="4429066"/>
              <a:ext cx="5729314" cy="470189"/>
            </a:xfrm>
            <a:prstGeom prst="roundRect">
              <a:avLst/>
            </a:prstGeom>
            <a:solidFill>
              <a:srgbClr val="0971CE"/>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r>
                <a:rPr lang="zh-CN" altLang="en-US" sz="1400" dirty="0">
                  <a:ln w="11430"/>
                  <a:solidFill>
                    <a:schemeClr val="bg1"/>
                  </a:solidFill>
                  <a:latin typeface="微软雅黑" panose="020B0503020204020204" pitchFamily="34" charset="-122"/>
                  <a:ea typeface="微软雅黑" panose="020B0503020204020204" pitchFamily="34" charset="-122"/>
                </a:rPr>
                <a:t>文字</a:t>
              </a:r>
              <a:endParaRPr lang="zh-CN" altLang="en-US" sz="1400" dirty="0">
                <a:ln w="11430"/>
                <a:solidFill>
                  <a:schemeClr val="bg1"/>
                </a:solidFill>
                <a:latin typeface="微软雅黑" panose="020B0503020204020204" pitchFamily="34" charset="-122"/>
                <a:ea typeface="微软雅黑" panose="020B0503020204020204" pitchFamily="34" charset="-122"/>
              </a:endParaRPr>
            </a:p>
          </p:txBody>
        </p:sp>
        <p:sp>
          <p:nvSpPr>
            <p:cNvPr id="16" name="矩形 15"/>
            <p:cNvSpPr/>
            <p:nvPr/>
          </p:nvSpPr>
          <p:spPr>
            <a:xfrm>
              <a:off x="1569525" y="2413043"/>
              <a:ext cx="6004949" cy="754321"/>
            </a:xfrm>
            <a:prstGeom prst="rect">
              <a:avLst/>
            </a:prstGeom>
            <a:noFill/>
            <a:ln w="6350">
              <a:solidFill>
                <a:srgbClr val="0971C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17" name="圆角矩形 16"/>
            <p:cNvSpPr/>
            <p:nvPr/>
          </p:nvSpPr>
          <p:spPr>
            <a:xfrm>
              <a:off x="3686917" y="2223070"/>
              <a:ext cx="1698442" cy="387445"/>
            </a:xfrm>
            <a:prstGeom prst="roundRect">
              <a:avLst/>
            </a:prstGeom>
            <a:solidFill>
              <a:srgbClr val="0971C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文字</a:t>
              </a:r>
              <a:endParaRPr lang="zh-CN" altLang="en-US" sz="1400" dirty="0">
                <a:solidFill>
                  <a:schemeClr val="bg1"/>
                </a:solidFill>
                <a:latin typeface="微软雅黑" panose="020B0503020204020204" pitchFamily="34" charset="-122"/>
                <a:ea typeface="微软雅黑" panose="020B0503020204020204" pitchFamily="34" charset="-122"/>
                <a:sym typeface="+mn-ea"/>
              </a:endParaRPr>
            </a:p>
          </p:txBody>
        </p:sp>
        <p:cxnSp>
          <p:nvCxnSpPr>
            <p:cNvPr id="18" name="直接连接符 17"/>
            <p:cNvCxnSpPr/>
            <p:nvPr/>
          </p:nvCxnSpPr>
          <p:spPr>
            <a:xfrm flipV="1">
              <a:off x="4518209" y="3281083"/>
              <a:ext cx="0" cy="968188"/>
            </a:xfrm>
            <a:prstGeom prst="line">
              <a:avLst/>
            </a:prstGeom>
            <a:noFill/>
            <a:ln w="6350">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19" name="直接连接符 18"/>
            <p:cNvCxnSpPr/>
            <p:nvPr/>
          </p:nvCxnSpPr>
          <p:spPr>
            <a:xfrm flipV="1">
              <a:off x="7027833" y="3281083"/>
              <a:ext cx="0" cy="968188"/>
            </a:xfrm>
            <a:prstGeom prst="line">
              <a:avLst/>
            </a:prstGeom>
            <a:noFill/>
            <a:ln w="6350">
              <a:solidFill>
                <a:srgbClr val="0971CE"/>
              </a:solidFill>
            </a:ln>
          </p:spPr>
          <p:style>
            <a:lnRef idx="2">
              <a:schemeClr val="accent1">
                <a:shade val="50000"/>
              </a:schemeClr>
            </a:lnRef>
            <a:fillRef idx="1">
              <a:schemeClr val="accent1"/>
            </a:fillRef>
            <a:effectRef idx="0">
              <a:schemeClr val="accent1"/>
            </a:effectRef>
            <a:fontRef idx="minor">
              <a:schemeClr val="lt1"/>
            </a:fontRef>
          </p:style>
        </p:cxnSp>
        <p:sp>
          <p:nvSpPr>
            <p:cNvPr id="20" name="圆角矩形 19"/>
            <p:cNvSpPr/>
            <p:nvPr/>
          </p:nvSpPr>
          <p:spPr>
            <a:xfrm>
              <a:off x="3524113" y="3362026"/>
              <a:ext cx="2141298" cy="749760"/>
            </a:xfrm>
            <a:prstGeom prst="roundRect">
              <a:avLst/>
            </a:prstGeom>
            <a:solidFill>
              <a:srgbClr val="0971CE"/>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50000"/>
                </a:lnSpc>
              </a:pPr>
              <a:r>
                <a:rPr lang="zh-CN" altLang="en-US" sz="1400" dirty="0">
                  <a:ln w="11430"/>
                  <a:solidFill>
                    <a:schemeClr val="bg1"/>
                  </a:solidFill>
                  <a:latin typeface="微软雅黑" panose="020B0503020204020204" pitchFamily="34" charset="-122"/>
                  <a:ea typeface="微软雅黑" panose="020B0503020204020204" pitchFamily="34" charset="-122"/>
                </a:rPr>
                <a:t>文字</a:t>
              </a:r>
              <a:endParaRPr lang="zh-CN" altLang="en-US" sz="1400" dirty="0">
                <a:ln w="11430"/>
                <a:solidFill>
                  <a:schemeClr val="bg1"/>
                </a:solidFill>
                <a:latin typeface="微软雅黑" panose="020B0503020204020204" pitchFamily="34" charset="-122"/>
                <a:ea typeface="微软雅黑" panose="020B0503020204020204" pitchFamily="34" charset="-122"/>
              </a:endParaRPr>
            </a:p>
          </p:txBody>
        </p:sp>
        <p:sp>
          <p:nvSpPr>
            <p:cNvPr id="21" name="圆角矩形 20"/>
            <p:cNvSpPr/>
            <p:nvPr/>
          </p:nvSpPr>
          <p:spPr>
            <a:xfrm>
              <a:off x="5826020" y="3376525"/>
              <a:ext cx="2343091" cy="749760"/>
            </a:xfrm>
            <a:prstGeom prst="roundRect">
              <a:avLst/>
            </a:prstGeom>
            <a:solidFill>
              <a:srgbClr val="0971CE"/>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50000"/>
                </a:lnSpc>
              </a:pPr>
              <a:r>
                <a:rPr lang="zh-CN" altLang="en-US" sz="1400" dirty="0">
                  <a:ln w="11430"/>
                  <a:solidFill>
                    <a:schemeClr val="bg1"/>
                  </a:solidFill>
                  <a:latin typeface="微软雅黑" panose="020B0503020204020204" pitchFamily="34" charset="-122"/>
                  <a:ea typeface="微软雅黑" panose="020B0503020204020204" pitchFamily="34" charset="-122"/>
                </a:rPr>
                <a:t>文字</a:t>
              </a:r>
              <a:endParaRPr lang="zh-CN" altLang="en-US" sz="1400" dirty="0">
                <a:ln w="11430"/>
                <a:solidFill>
                  <a:schemeClr val="bg1"/>
                </a:solidFill>
                <a:latin typeface="微软雅黑" panose="020B0503020204020204" pitchFamily="34" charset="-122"/>
                <a:ea typeface="微软雅黑" panose="020B0503020204020204" pitchFamily="34" charset="-122"/>
              </a:endParaRPr>
            </a:p>
          </p:txBody>
        </p:sp>
        <p:cxnSp>
          <p:nvCxnSpPr>
            <p:cNvPr id="22" name="直接连接符 21"/>
            <p:cNvCxnSpPr/>
            <p:nvPr/>
          </p:nvCxnSpPr>
          <p:spPr>
            <a:xfrm>
              <a:off x="2053408" y="3281083"/>
              <a:ext cx="4965460" cy="0"/>
            </a:xfrm>
            <a:prstGeom prst="line">
              <a:avLst/>
            </a:prstGeom>
            <a:noFill/>
            <a:ln w="6350">
              <a:solidFill>
                <a:srgbClr val="0971CE"/>
              </a:solidFill>
            </a:ln>
          </p:spPr>
          <p:style>
            <a:lnRef idx="2">
              <a:schemeClr val="accent1">
                <a:shade val="50000"/>
              </a:schemeClr>
            </a:lnRef>
            <a:fillRef idx="1">
              <a:schemeClr val="accent1"/>
            </a:fillRef>
            <a:effectRef idx="0">
              <a:schemeClr val="accent1"/>
            </a:effectRef>
            <a:fontRef idx="minor">
              <a:schemeClr val="lt1"/>
            </a:fontRef>
          </p:style>
        </p:cxnSp>
        <p:cxnSp>
          <p:nvCxnSpPr>
            <p:cNvPr id="23" name="直接连接符 22"/>
            <p:cNvCxnSpPr/>
            <p:nvPr/>
          </p:nvCxnSpPr>
          <p:spPr>
            <a:xfrm>
              <a:off x="2043953" y="4249271"/>
              <a:ext cx="4983880" cy="0"/>
            </a:xfrm>
            <a:prstGeom prst="line">
              <a:avLst/>
            </a:prstGeom>
            <a:noFill/>
            <a:ln w="6350">
              <a:solidFill>
                <a:srgbClr val="0971CE"/>
              </a:solidFill>
            </a:ln>
          </p:spPr>
          <p:style>
            <a:lnRef idx="2">
              <a:schemeClr val="accent1">
                <a:shade val="50000"/>
              </a:schemeClr>
            </a:lnRef>
            <a:fillRef idx="1">
              <a:schemeClr val="accent1"/>
            </a:fillRef>
            <a:effectRef idx="0">
              <a:schemeClr val="accent1"/>
            </a:effectRef>
            <a:fontRef idx="minor">
              <a:schemeClr val="lt1"/>
            </a:fontRef>
          </p:style>
        </p:cxnSp>
        <p:sp>
          <p:nvSpPr>
            <p:cNvPr id="24" name="下箭头 23"/>
            <p:cNvSpPr/>
            <p:nvPr/>
          </p:nvSpPr>
          <p:spPr>
            <a:xfrm rot="10800000" flipV="1">
              <a:off x="4439399" y="2047440"/>
              <a:ext cx="192987" cy="140597"/>
            </a:xfrm>
            <a:prstGeom prst="downArrow">
              <a:avLst>
                <a:gd name="adj1" fmla="val 50000"/>
                <a:gd name="adj2" fmla="val 66341"/>
              </a:avLst>
            </a:prstGeom>
            <a:solidFill>
              <a:srgbClr val="0971C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25" name="下箭头 24"/>
            <p:cNvSpPr/>
            <p:nvPr/>
          </p:nvSpPr>
          <p:spPr>
            <a:xfrm rot="10800000" flipV="1">
              <a:off x="4421715" y="3172735"/>
              <a:ext cx="192987" cy="140597"/>
            </a:xfrm>
            <a:prstGeom prst="downArrow">
              <a:avLst>
                <a:gd name="adj1" fmla="val 50000"/>
                <a:gd name="adj2" fmla="val 66341"/>
              </a:avLst>
            </a:prstGeom>
            <a:solidFill>
              <a:srgbClr val="0971C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26" name="下箭头 25"/>
            <p:cNvSpPr/>
            <p:nvPr/>
          </p:nvSpPr>
          <p:spPr>
            <a:xfrm rot="10800000" flipV="1">
              <a:off x="4421714" y="4272527"/>
              <a:ext cx="192987" cy="140597"/>
            </a:xfrm>
            <a:prstGeom prst="downArrow">
              <a:avLst>
                <a:gd name="adj1" fmla="val 50000"/>
                <a:gd name="adj2" fmla="val 66341"/>
              </a:avLst>
            </a:prstGeom>
            <a:solidFill>
              <a:srgbClr val="0971C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27" name="下箭头 26"/>
            <p:cNvSpPr/>
            <p:nvPr/>
          </p:nvSpPr>
          <p:spPr>
            <a:xfrm rot="10800000" flipV="1">
              <a:off x="4426265" y="4940606"/>
              <a:ext cx="192987" cy="140597"/>
            </a:xfrm>
            <a:prstGeom prst="downArrow">
              <a:avLst>
                <a:gd name="adj1" fmla="val 50000"/>
                <a:gd name="adj2" fmla="val 66341"/>
              </a:avLst>
            </a:prstGeom>
            <a:solidFill>
              <a:srgbClr val="0971C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28" name="下箭头 27"/>
            <p:cNvSpPr/>
            <p:nvPr/>
          </p:nvSpPr>
          <p:spPr>
            <a:xfrm rot="10800000" flipV="1">
              <a:off x="4426265" y="5634095"/>
              <a:ext cx="192987" cy="140597"/>
            </a:xfrm>
            <a:prstGeom prst="downArrow">
              <a:avLst>
                <a:gd name="adj1" fmla="val 50000"/>
                <a:gd name="adj2" fmla="val 66341"/>
              </a:avLst>
            </a:prstGeom>
            <a:solidFill>
              <a:srgbClr val="0971C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grpSp>
      <p:grpSp>
        <p:nvGrpSpPr>
          <p:cNvPr id="32" name="组合 31"/>
          <p:cNvGrpSpPr/>
          <p:nvPr userDrawn="1"/>
        </p:nvGrpSpPr>
        <p:grpSpPr>
          <a:xfrm>
            <a:off x="407919" y="1344853"/>
            <a:ext cx="2015047" cy="4953249"/>
            <a:chOff x="305939" y="1344852"/>
            <a:chExt cx="1511285" cy="4953249"/>
          </a:xfrm>
        </p:grpSpPr>
        <p:sp>
          <p:nvSpPr>
            <p:cNvPr id="33" name="矩形 32"/>
            <p:cNvSpPr/>
            <p:nvPr/>
          </p:nvSpPr>
          <p:spPr>
            <a:xfrm>
              <a:off x="305939" y="1344852"/>
              <a:ext cx="1511285" cy="437354"/>
            </a:xfrm>
            <a:prstGeom prst="rect">
              <a:avLst/>
            </a:prstGeom>
            <a:solidFill>
              <a:schemeClr val="accent2">
                <a:lumMod val="20000"/>
                <a:lumOff val="80000"/>
              </a:schemeClr>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gradFill>
                    <a:gsLst>
                      <a:gs pos="0">
                        <a:srgbClr val="FF0000"/>
                      </a:gs>
                      <a:gs pos="100000">
                        <a:srgbClr val="FF0000"/>
                      </a:gs>
                    </a:gsLst>
                    <a:lin ang="5400000" scaled="1"/>
                  </a:gradFill>
                  <a:latin typeface="微软雅黑" panose="020B0503020204020204" pitchFamily="34" charset="-122"/>
                  <a:ea typeface="微软雅黑" panose="020B0503020204020204" pitchFamily="34" charset="-122"/>
                </a:rPr>
                <a:t>文字</a:t>
              </a:r>
              <a:endParaRPr lang="zh-CN" altLang="en-US" sz="1600" dirty="0">
                <a:gradFill>
                  <a:gsLst>
                    <a:gs pos="0">
                      <a:srgbClr val="FF0000"/>
                    </a:gs>
                    <a:gs pos="100000">
                      <a:srgbClr val="FF0000"/>
                    </a:gs>
                  </a:gsLst>
                  <a:lin ang="5400000" scaled="1"/>
                </a:gradFill>
                <a:latin typeface="微软雅黑" panose="020B0503020204020204" pitchFamily="34" charset="-122"/>
                <a:ea typeface="微软雅黑" panose="020B0503020204020204" pitchFamily="34" charset="-122"/>
                <a:sym typeface="+mn-ea"/>
              </a:endParaRPr>
            </a:p>
          </p:txBody>
        </p:sp>
        <p:sp>
          <p:nvSpPr>
            <p:cNvPr id="34" name="矩形 33"/>
            <p:cNvSpPr/>
            <p:nvPr/>
          </p:nvSpPr>
          <p:spPr>
            <a:xfrm>
              <a:off x="305939" y="2445751"/>
              <a:ext cx="1511285" cy="437354"/>
            </a:xfrm>
            <a:prstGeom prst="rect">
              <a:avLst/>
            </a:prstGeom>
            <a:solidFill>
              <a:schemeClr val="accent2">
                <a:lumMod val="20000"/>
                <a:lumOff val="80000"/>
              </a:schemeClr>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gradFill>
                    <a:gsLst>
                      <a:gs pos="0">
                        <a:srgbClr val="FF0000"/>
                      </a:gs>
                      <a:gs pos="100000">
                        <a:srgbClr val="FF0000"/>
                      </a:gs>
                    </a:gsLst>
                    <a:lin ang="5400000" scaled="1"/>
                  </a:gradFill>
                  <a:latin typeface="微软雅黑" panose="020B0503020204020204" pitchFamily="34" charset="-122"/>
                  <a:ea typeface="微软雅黑" panose="020B0503020204020204" pitchFamily="34" charset="-122"/>
                </a:rPr>
                <a:t>文字</a:t>
              </a:r>
              <a:endParaRPr lang="zh-CN" altLang="en-US" sz="1600" dirty="0">
                <a:gradFill>
                  <a:gsLst>
                    <a:gs pos="0">
                      <a:srgbClr val="FF0000"/>
                    </a:gs>
                    <a:gs pos="100000">
                      <a:srgbClr val="FF0000"/>
                    </a:gs>
                  </a:gsLst>
                  <a:lin ang="5400000" scaled="1"/>
                </a:gradFill>
                <a:latin typeface="微软雅黑" panose="020B0503020204020204" pitchFamily="34" charset="-122"/>
                <a:ea typeface="微软雅黑" panose="020B0503020204020204" pitchFamily="34" charset="-122"/>
                <a:sym typeface="+mn-ea"/>
              </a:endParaRPr>
            </a:p>
          </p:txBody>
        </p:sp>
        <p:sp>
          <p:nvSpPr>
            <p:cNvPr id="35" name="矩形 34"/>
            <p:cNvSpPr/>
            <p:nvPr/>
          </p:nvSpPr>
          <p:spPr>
            <a:xfrm>
              <a:off x="305939" y="3817130"/>
              <a:ext cx="1511285" cy="437354"/>
            </a:xfrm>
            <a:prstGeom prst="rect">
              <a:avLst/>
            </a:prstGeom>
            <a:solidFill>
              <a:schemeClr val="accent2">
                <a:lumMod val="20000"/>
                <a:lumOff val="80000"/>
              </a:schemeClr>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gradFill>
                    <a:gsLst>
                      <a:gs pos="0">
                        <a:srgbClr val="FF0000"/>
                      </a:gs>
                      <a:gs pos="100000">
                        <a:srgbClr val="FF0000"/>
                      </a:gs>
                    </a:gsLst>
                    <a:lin ang="5400000" scaled="1"/>
                  </a:gradFill>
                  <a:latin typeface="微软雅黑" panose="020B0503020204020204" pitchFamily="34" charset="-122"/>
                  <a:ea typeface="微软雅黑" panose="020B0503020204020204" pitchFamily="34" charset="-122"/>
                  <a:sym typeface="+mn-ea"/>
                </a:rPr>
                <a:t>文字</a:t>
              </a:r>
              <a:endParaRPr lang="zh-CN" altLang="en-US" sz="1600" dirty="0">
                <a:gradFill>
                  <a:gsLst>
                    <a:gs pos="0">
                      <a:srgbClr val="FF0000"/>
                    </a:gs>
                    <a:gs pos="100000">
                      <a:srgbClr val="FF0000"/>
                    </a:gs>
                  </a:gsLst>
                  <a:lin ang="5400000" scaled="1"/>
                </a:gradFill>
                <a:latin typeface="微软雅黑" panose="020B0503020204020204" pitchFamily="34" charset="-122"/>
                <a:ea typeface="微软雅黑" panose="020B0503020204020204" pitchFamily="34" charset="-122"/>
                <a:sym typeface="+mn-ea"/>
              </a:endParaRPr>
            </a:p>
          </p:txBody>
        </p:sp>
        <p:sp>
          <p:nvSpPr>
            <p:cNvPr id="36" name="矩形 35"/>
            <p:cNvSpPr/>
            <p:nvPr/>
          </p:nvSpPr>
          <p:spPr>
            <a:xfrm>
              <a:off x="305939" y="5027456"/>
              <a:ext cx="1511285" cy="437355"/>
            </a:xfrm>
            <a:prstGeom prst="rect">
              <a:avLst/>
            </a:prstGeom>
            <a:solidFill>
              <a:schemeClr val="accent2">
                <a:lumMod val="20000"/>
                <a:lumOff val="80000"/>
              </a:schemeClr>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gradFill>
                    <a:gsLst>
                      <a:gs pos="0">
                        <a:srgbClr val="FF0000"/>
                      </a:gs>
                      <a:gs pos="100000">
                        <a:srgbClr val="FF0000"/>
                      </a:gs>
                    </a:gsLst>
                    <a:lin ang="5400000" scaled="1"/>
                  </a:gradFill>
                  <a:latin typeface="微软雅黑" panose="020B0503020204020204" pitchFamily="34" charset="-122"/>
                  <a:ea typeface="微软雅黑" panose="020B0503020204020204" pitchFamily="34" charset="-122"/>
                </a:rPr>
                <a:t>文字</a:t>
              </a:r>
              <a:endParaRPr lang="zh-CN" altLang="en-US" sz="1600" dirty="0">
                <a:gradFill>
                  <a:gsLst>
                    <a:gs pos="0">
                      <a:srgbClr val="FF0000"/>
                    </a:gs>
                    <a:gs pos="100000">
                      <a:srgbClr val="FF0000"/>
                    </a:gs>
                  </a:gsLst>
                  <a:lin ang="5400000" scaled="1"/>
                </a:gradFill>
                <a:latin typeface="微软雅黑" panose="020B0503020204020204" pitchFamily="34" charset="-122"/>
                <a:ea typeface="微软雅黑" panose="020B0503020204020204" pitchFamily="34" charset="-122"/>
                <a:sym typeface="+mn-ea"/>
              </a:endParaRPr>
            </a:p>
          </p:txBody>
        </p:sp>
        <p:sp>
          <p:nvSpPr>
            <p:cNvPr id="37" name="矩形 36"/>
            <p:cNvSpPr/>
            <p:nvPr/>
          </p:nvSpPr>
          <p:spPr>
            <a:xfrm>
              <a:off x="305939" y="5860747"/>
              <a:ext cx="1511285" cy="437354"/>
            </a:xfrm>
            <a:prstGeom prst="rect">
              <a:avLst/>
            </a:prstGeom>
            <a:solidFill>
              <a:schemeClr val="accent2">
                <a:lumMod val="20000"/>
                <a:lumOff val="80000"/>
              </a:schemeClr>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gradFill>
                    <a:gsLst>
                      <a:gs pos="0">
                        <a:srgbClr val="FF0000"/>
                      </a:gs>
                      <a:gs pos="100000">
                        <a:srgbClr val="FF0000"/>
                      </a:gs>
                    </a:gsLst>
                    <a:lin ang="5400000" scaled="1"/>
                  </a:gradFill>
                  <a:latin typeface="微软雅黑" panose="020B0503020204020204" pitchFamily="34" charset="-122"/>
                  <a:ea typeface="微软雅黑" panose="020B0503020204020204" pitchFamily="34" charset="-122"/>
                </a:rPr>
                <a:t>文字</a:t>
              </a:r>
              <a:endParaRPr lang="zh-CN" altLang="en-US" sz="1600" dirty="0">
                <a:gradFill>
                  <a:gsLst>
                    <a:gs pos="0">
                      <a:srgbClr val="FF0000"/>
                    </a:gs>
                    <a:gs pos="100000">
                      <a:srgbClr val="FF0000"/>
                    </a:gs>
                  </a:gsLst>
                  <a:lin ang="5400000" scaled="1"/>
                </a:gradFill>
                <a:latin typeface="微软雅黑" panose="020B0503020204020204" pitchFamily="34" charset="-122"/>
                <a:ea typeface="微软雅黑" panose="020B0503020204020204" pitchFamily="34" charset="-122"/>
                <a:sym typeface="+mn-ea"/>
              </a:endParaRPr>
            </a:p>
          </p:txBody>
        </p:sp>
        <p:sp>
          <p:nvSpPr>
            <p:cNvPr id="38" name="下箭头 37"/>
            <p:cNvSpPr/>
            <p:nvPr/>
          </p:nvSpPr>
          <p:spPr>
            <a:xfrm>
              <a:off x="899535" y="1926960"/>
              <a:ext cx="324091" cy="351698"/>
            </a:xfrm>
            <a:prstGeom prst="downArrow">
              <a:avLst/>
            </a:prstGeom>
            <a:solidFill>
              <a:srgbClr val="0971C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solidFill>
                  <a:srgbClr val="0971CE"/>
                </a:solidFill>
              </a:endParaRPr>
            </a:p>
          </p:txBody>
        </p:sp>
        <p:sp>
          <p:nvSpPr>
            <p:cNvPr id="39" name="下箭头 38"/>
            <p:cNvSpPr/>
            <p:nvPr/>
          </p:nvSpPr>
          <p:spPr>
            <a:xfrm>
              <a:off x="899535" y="3297487"/>
              <a:ext cx="324091" cy="351698"/>
            </a:xfrm>
            <a:prstGeom prst="downArrow">
              <a:avLst/>
            </a:prstGeom>
            <a:solidFill>
              <a:srgbClr val="0971C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solidFill>
                  <a:srgbClr val="0971CE"/>
                </a:solidFill>
              </a:endParaRPr>
            </a:p>
          </p:txBody>
        </p:sp>
        <p:sp>
          <p:nvSpPr>
            <p:cNvPr id="40" name="下箭头 39"/>
            <p:cNvSpPr/>
            <p:nvPr/>
          </p:nvSpPr>
          <p:spPr>
            <a:xfrm>
              <a:off x="899534" y="4435517"/>
              <a:ext cx="324091" cy="351698"/>
            </a:xfrm>
            <a:prstGeom prst="downArrow">
              <a:avLst/>
            </a:prstGeom>
            <a:solidFill>
              <a:srgbClr val="0971C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solidFill>
                  <a:srgbClr val="0971CE"/>
                </a:solidFill>
              </a:endParaRPr>
            </a:p>
          </p:txBody>
        </p:sp>
        <p:sp>
          <p:nvSpPr>
            <p:cNvPr id="41" name="下箭头 40"/>
            <p:cNvSpPr/>
            <p:nvPr/>
          </p:nvSpPr>
          <p:spPr>
            <a:xfrm>
              <a:off x="896243" y="5497060"/>
              <a:ext cx="324091" cy="351698"/>
            </a:xfrm>
            <a:prstGeom prst="downArrow">
              <a:avLst/>
            </a:prstGeom>
            <a:solidFill>
              <a:srgbClr val="0971C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solidFill>
                  <a:srgbClr val="0971CE"/>
                </a:solidFill>
              </a:endParaRPr>
            </a:p>
          </p:txBody>
        </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showMasterSp="0" userDrawn="1">
  <p:cSld name="16_自定义版式">
    <p:spTree>
      <p:nvGrpSpPr>
        <p:cNvPr id="1" name=""/>
        <p:cNvGrpSpPr/>
        <p:nvPr/>
      </p:nvGrpSpPr>
      <p:grpSpPr>
        <a:xfrm>
          <a:off x="0" y="0"/>
          <a:ext cx="0" cy="0"/>
          <a:chOff x="0" y="0"/>
          <a:chExt cx="0" cy="0"/>
        </a:xfrm>
      </p:grpSpPr>
      <p:sp>
        <p:nvSpPr>
          <p:cNvPr id="2" name="矩形 1"/>
          <p:cNvSpPr/>
          <p:nvPr userDrawn="1"/>
        </p:nvSpPr>
        <p:spPr bwMode="auto">
          <a:xfrm>
            <a:off x="515381" y="413665"/>
            <a:ext cx="10991849" cy="2919226"/>
          </a:xfrm>
          <a:prstGeom prst="rect">
            <a:avLst/>
          </a:prstGeom>
          <a:solidFill>
            <a:srgbClr val="D3E4F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endParaRPr lang="zh-CN" altLang="en-US" sz="160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showMasterSp="0" userDrawn="1">
  <p:cSld name="18_自定义版式">
    <p:spTree>
      <p:nvGrpSpPr>
        <p:cNvPr id="1" name=""/>
        <p:cNvGrpSpPr/>
        <p:nvPr/>
      </p:nvGrpSpPr>
      <p:grpSpPr>
        <a:xfrm>
          <a:off x="0" y="0"/>
          <a:ext cx="0" cy="0"/>
          <a:chOff x="0" y="0"/>
          <a:chExt cx="0" cy="0"/>
        </a:xfrm>
      </p:grpSpPr>
      <p:sp>
        <p:nvSpPr>
          <p:cNvPr id="3" name="矩形 2"/>
          <p:cNvSpPr/>
          <p:nvPr userDrawn="1"/>
        </p:nvSpPr>
        <p:spPr>
          <a:xfrm>
            <a:off x="2615614" y="368661"/>
            <a:ext cx="8354647" cy="552339"/>
          </a:xfrm>
          <a:prstGeom prst="rect">
            <a:avLst/>
          </a:prstGeom>
          <a:noFill/>
          <a:ln w="6350">
            <a:solidFill>
              <a:srgbClr val="003F98"/>
            </a:solid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latin typeface="微软雅黑" panose="020B0503020204020204" pitchFamily="34" charset="-122"/>
              <a:ea typeface="微软雅黑" panose="020B0503020204020204" pitchFamily="34" charset="-122"/>
            </a:endParaRPr>
          </a:p>
        </p:txBody>
      </p:sp>
      <p:sp>
        <p:nvSpPr>
          <p:cNvPr id="4" name="矩形 3"/>
          <p:cNvSpPr/>
          <p:nvPr userDrawn="1"/>
        </p:nvSpPr>
        <p:spPr>
          <a:xfrm>
            <a:off x="2615614" y="2880829"/>
            <a:ext cx="8354647" cy="403200"/>
          </a:xfrm>
          <a:prstGeom prst="rect">
            <a:avLst/>
          </a:prstGeom>
          <a:noFill/>
          <a:ln w="6350">
            <a:solidFill>
              <a:srgbClr val="003F98"/>
            </a:solid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latin typeface="微软雅黑" panose="020B0503020204020204" pitchFamily="34" charset="-122"/>
              <a:ea typeface="微软雅黑" panose="020B0503020204020204" pitchFamily="34" charset="-122"/>
            </a:endParaRPr>
          </a:p>
        </p:txBody>
      </p:sp>
      <p:sp>
        <p:nvSpPr>
          <p:cNvPr id="5" name="矩形 4"/>
          <p:cNvSpPr/>
          <p:nvPr userDrawn="1"/>
        </p:nvSpPr>
        <p:spPr>
          <a:xfrm>
            <a:off x="2615614" y="953725"/>
            <a:ext cx="8354647" cy="587076"/>
          </a:xfrm>
          <a:prstGeom prst="rect">
            <a:avLst/>
          </a:prstGeom>
          <a:noFill/>
          <a:ln w="6350">
            <a:solidFill>
              <a:srgbClr val="003F98"/>
            </a:solid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latin typeface="微软雅黑" panose="020B0503020204020204" pitchFamily="34" charset="-122"/>
              <a:ea typeface="微软雅黑" panose="020B0503020204020204" pitchFamily="34" charset="-122"/>
            </a:endParaRPr>
          </a:p>
        </p:txBody>
      </p:sp>
      <p:sp>
        <p:nvSpPr>
          <p:cNvPr id="6" name="矩形 5"/>
          <p:cNvSpPr/>
          <p:nvPr userDrawn="1"/>
        </p:nvSpPr>
        <p:spPr>
          <a:xfrm>
            <a:off x="2615614" y="1565917"/>
            <a:ext cx="8354647" cy="273600"/>
          </a:xfrm>
          <a:prstGeom prst="rect">
            <a:avLst/>
          </a:prstGeom>
          <a:noFill/>
          <a:ln w="6350">
            <a:solidFill>
              <a:srgbClr val="003F98"/>
            </a:solid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latin typeface="微软雅黑" panose="020B0503020204020204" pitchFamily="34" charset="-122"/>
              <a:ea typeface="微软雅黑" panose="020B0503020204020204" pitchFamily="34" charset="-122"/>
            </a:endParaRPr>
          </a:p>
        </p:txBody>
      </p:sp>
      <p:sp>
        <p:nvSpPr>
          <p:cNvPr id="7" name="矩形 6"/>
          <p:cNvSpPr/>
          <p:nvPr userDrawn="1"/>
        </p:nvSpPr>
        <p:spPr>
          <a:xfrm>
            <a:off x="2615614" y="1881126"/>
            <a:ext cx="8354647" cy="943200"/>
          </a:xfrm>
          <a:prstGeom prst="rect">
            <a:avLst/>
          </a:prstGeom>
          <a:noFill/>
          <a:ln w="6350">
            <a:solidFill>
              <a:srgbClr val="003F98"/>
            </a:solid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latin typeface="微软雅黑" panose="020B0503020204020204" pitchFamily="34" charset="-122"/>
              <a:ea typeface="微软雅黑" panose="020B0503020204020204" pitchFamily="34" charset="-122"/>
            </a:endParaRPr>
          </a:p>
        </p:txBody>
      </p:sp>
      <p:sp>
        <p:nvSpPr>
          <p:cNvPr id="8" name="文本框 7"/>
          <p:cNvSpPr txBox="1"/>
          <p:nvPr userDrawn="1"/>
        </p:nvSpPr>
        <p:spPr>
          <a:xfrm rot="16200000">
            <a:off x="955442" y="545586"/>
            <a:ext cx="494674" cy="230832"/>
          </a:xfrm>
          <a:prstGeom prst="rect">
            <a:avLst/>
          </a:prstGeom>
          <a:noFill/>
        </p:spPr>
        <p:txBody>
          <a:bodyPr wrap="square" rtlCol="0">
            <a:spAutoFit/>
          </a:bodyPr>
          <a:lstStyle/>
          <a:p>
            <a:pPr algn="ctr"/>
            <a:r>
              <a:rPr lang="en-US" altLang="zh-CN" sz="900" dirty="0">
                <a:latin typeface="微软雅黑" panose="020B0503020204020204" pitchFamily="34" charset="-122"/>
                <a:ea typeface="微软雅黑" panose="020B0503020204020204" pitchFamily="34" charset="-122"/>
              </a:rPr>
              <a:t>SaaS</a:t>
            </a:r>
            <a:endParaRPr lang="en-US" altLang="zh-CN" sz="900" dirty="0">
              <a:latin typeface="微软雅黑" panose="020B0503020204020204" pitchFamily="34" charset="-122"/>
              <a:ea typeface="微软雅黑" panose="020B0503020204020204" pitchFamily="34" charset="-122"/>
            </a:endParaRPr>
          </a:p>
        </p:txBody>
      </p:sp>
      <p:sp>
        <p:nvSpPr>
          <p:cNvPr id="9" name="文本框 8"/>
          <p:cNvSpPr txBox="1"/>
          <p:nvPr userDrawn="1"/>
        </p:nvSpPr>
        <p:spPr>
          <a:xfrm rot="16200000">
            <a:off x="958847" y="1127244"/>
            <a:ext cx="487859" cy="230832"/>
          </a:xfrm>
          <a:prstGeom prst="rect">
            <a:avLst/>
          </a:prstGeom>
          <a:noFill/>
        </p:spPr>
        <p:txBody>
          <a:bodyPr wrap="square" rtlCol="0">
            <a:spAutoFit/>
          </a:bodyPr>
          <a:lstStyle/>
          <a:p>
            <a:pPr algn="ctr"/>
            <a:r>
              <a:rPr lang="en-US" altLang="zh-CN" sz="900" dirty="0" err="1">
                <a:latin typeface="微软雅黑" panose="020B0503020204020204" pitchFamily="34" charset="-122"/>
                <a:ea typeface="微软雅黑" panose="020B0503020204020204" pitchFamily="34" charset="-122"/>
              </a:rPr>
              <a:t>AaaS</a:t>
            </a:r>
            <a:endParaRPr lang="en-US" altLang="zh-CN" sz="900" dirty="0">
              <a:latin typeface="微软雅黑" panose="020B0503020204020204" pitchFamily="34" charset="-122"/>
              <a:ea typeface="微软雅黑" panose="020B0503020204020204" pitchFamily="34" charset="-122"/>
            </a:endParaRPr>
          </a:p>
        </p:txBody>
      </p:sp>
      <p:sp>
        <p:nvSpPr>
          <p:cNvPr id="10" name="文本框 9"/>
          <p:cNvSpPr txBox="1"/>
          <p:nvPr userDrawn="1"/>
        </p:nvSpPr>
        <p:spPr>
          <a:xfrm rot="16200000">
            <a:off x="933788" y="1603604"/>
            <a:ext cx="539640" cy="230832"/>
          </a:xfrm>
          <a:prstGeom prst="rect">
            <a:avLst/>
          </a:prstGeom>
          <a:noFill/>
        </p:spPr>
        <p:txBody>
          <a:bodyPr wrap="square" rtlCol="0">
            <a:spAutoFit/>
          </a:bodyPr>
          <a:lstStyle/>
          <a:p>
            <a:pPr algn="ctr"/>
            <a:r>
              <a:rPr lang="en-US" altLang="zh-CN" sz="900" dirty="0" err="1">
                <a:latin typeface="微软雅黑" panose="020B0503020204020204" pitchFamily="34" charset="-122"/>
                <a:ea typeface="微软雅黑" panose="020B0503020204020204" pitchFamily="34" charset="-122"/>
              </a:rPr>
              <a:t>DaaS</a:t>
            </a:r>
            <a:endParaRPr lang="en-US" altLang="zh-CN" sz="900" dirty="0">
              <a:latin typeface="微软雅黑" panose="020B0503020204020204" pitchFamily="34" charset="-122"/>
              <a:ea typeface="微软雅黑" panose="020B0503020204020204" pitchFamily="34" charset="-122"/>
            </a:endParaRPr>
          </a:p>
        </p:txBody>
      </p:sp>
      <p:sp>
        <p:nvSpPr>
          <p:cNvPr id="11" name="文本框 10"/>
          <p:cNvSpPr txBox="1"/>
          <p:nvPr userDrawn="1"/>
        </p:nvSpPr>
        <p:spPr>
          <a:xfrm rot="16200000">
            <a:off x="954844" y="2255562"/>
            <a:ext cx="495864" cy="230832"/>
          </a:xfrm>
          <a:prstGeom prst="rect">
            <a:avLst/>
          </a:prstGeom>
          <a:noFill/>
        </p:spPr>
        <p:txBody>
          <a:bodyPr wrap="square" rtlCol="0">
            <a:spAutoFit/>
          </a:bodyPr>
          <a:lstStyle/>
          <a:p>
            <a:pPr algn="ctr"/>
            <a:r>
              <a:rPr lang="en-US" altLang="zh-CN" sz="900" dirty="0">
                <a:latin typeface="微软雅黑" panose="020B0503020204020204" pitchFamily="34" charset="-122"/>
                <a:ea typeface="微软雅黑" panose="020B0503020204020204" pitchFamily="34" charset="-122"/>
              </a:rPr>
              <a:t>PaaS</a:t>
            </a:r>
            <a:endParaRPr lang="en-US" altLang="zh-CN" sz="900" dirty="0">
              <a:latin typeface="微软雅黑" panose="020B0503020204020204" pitchFamily="34" charset="-122"/>
              <a:ea typeface="微软雅黑" panose="020B0503020204020204" pitchFamily="34" charset="-122"/>
            </a:endParaRPr>
          </a:p>
        </p:txBody>
      </p:sp>
      <p:sp>
        <p:nvSpPr>
          <p:cNvPr id="12" name="矩形 11"/>
          <p:cNvSpPr/>
          <p:nvPr userDrawn="1"/>
        </p:nvSpPr>
        <p:spPr>
          <a:xfrm>
            <a:off x="1304503" y="368660"/>
            <a:ext cx="1229893" cy="566140"/>
          </a:xfrm>
          <a:prstGeom prst="rect">
            <a:avLst/>
          </a:prstGeom>
          <a:solidFill>
            <a:srgbClr val="003F98"/>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r>
              <a:rPr lang="zh-CN" altLang="zh-CN" sz="1000" dirty="0">
                <a:solidFill>
                  <a:schemeClr val="bg1"/>
                </a:solidFill>
                <a:latin typeface="微软雅黑" panose="020B0503020204020204" pitchFamily="34" charset="-122"/>
                <a:ea typeface="微软雅黑" panose="020B0503020204020204" pitchFamily="34" charset="-122"/>
              </a:rPr>
              <a:t>服务</a:t>
            </a:r>
            <a:r>
              <a:rPr lang="zh-CN" altLang="en-US" sz="1000" dirty="0">
                <a:solidFill>
                  <a:schemeClr val="bg1"/>
                </a:solidFill>
                <a:latin typeface="微软雅黑" panose="020B0503020204020204" pitchFamily="34" charset="-122"/>
                <a:ea typeface="微软雅黑" panose="020B0503020204020204" pitchFamily="34" charset="-122"/>
              </a:rPr>
              <a:t>层</a:t>
            </a:r>
            <a:endParaRPr lang="zh-CN" altLang="en-US" sz="1000" dirty="0">
              <a:solidFill>
                <a:schemeClr val="bg1"/>
              </a:solidFill>
              <a:latin typeface="微软雅黑" panose="020B0503020204020204" pitchFamily="34" charset="-122"/>
              <a:ea typeface="微软雅黑" panose="020B0503020204020204" pitchFamily="34" charset="-122"/>
            </a:endParaRPr>
          </a:p>
        </p:txBody>
      </p:sp>
      <p:sp>
        <p:nvSpPr>
          <p:cNvPr id="13" name="矩形 12"/>
          <p:cNvSpPr/>
          <p:nvPr userDrawn="1"/>
        </p:nvSpPr>
        <p:spPr>
          <a:xfrm>
            <a:off x="1304503" y="960967"/>
            <a:ext cx="1229893" cy="579835"/>
          </a:xfrm>
          <a:prstGeom prst="rect">
            <a:avLst/>
          </a:prstGeom>
          <a:solidFill>
            <a:srgbClr val="003F98"/>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r>
              <a:rPr lang="zh-CN" altLang="en-US" sz="1000" dirty="0">
                <a:solidFill>
                  <a:schemeClr val="bg1"/>
                </a:solidFill>
                <a:latin typeface="微软雅黑" panose="020B0503020204020204" pitchFamily="34" charset="-122"/>
                <a:ea typeface="微软雅黑" panose="020B0503020204020204" pitchFamily="34" charset="-122"/>
                <a:sym typeface="+mn-ea"/>
              </a:rPr>
              <a:t>分析层</a:t>
            </a:r>
            <a:endParaRPr lang="zh-CN" altLang="en-US" sz="1000" dirty="0">
              <a:solidFill>
                <a:schemeClr val="bg1"/>
              </a:solidFill>
              <a:latin typeface="微软雅黑" panose="020B0503020204020204" pitchFamily="34" charset="-122"/>
              <a:ea typeface="微软雅黑" panose="020B0503020204020204" pitchFamily="34" charset="-122"/>
              <a:sym typeface="+mn-ea"/>
            </a:endParaRPr>
          </a:p>
        </p:txBody>
      </p:sp>
      <p:sp>
        <p:nvSpPr>
          <p:cNvPr id="14" name="矩形 13"/>
          <p:cNvSpPr/>
          <p:nvPr userDrawn="1"/>
        </p:nvSpPr>
        <p:spPr>
          <a:xfrm>
            <a:off x="1304503" y="1565917"/>
            <a:ext cx="1229893" cy="272474"/>
          </a:xfrm>
          <a:prstGeom prst="rect">
            <a:avLst/>
          </a:prstGeom>
          <a:solidFill>
            <a:srgbClr val="003F98"/>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r>
              <a:rPr lang="zh-CN" altLang="zh-CN" sz="1000" dirty="0">
                <a:solidFill>
                  <a:schemeClr val="bg1"/>
                </a:solidFill>
                <a:latin typeface="微软雅黑" panose="020B0503020204020204" pitchFamily="34" charset="-122"/>
                <a:ea typeface="微软雅黑" panose="020B0503020204020204" pitchFamily="34" charset="-122"/>
              </a:rPr>
              <a:t>数据层</a:t>
            </a:r>
            <a:endParaRPr lang="zh-CN" altLang="zh-CN" sz="1000" dirty="0">
              <a:solidFill>
                <a:schemeClr val="bg1"/>
              </a:solidFill>
              <a:latin typeface="微软雅黑" panose="020B0503020204020204" pitchFamily="34" charset="-122"/>
              <a:ea typeface="微软雅黑" panose="020B0503020204020204" pitchFamily="34" charset="-122"/>
            </a:endParaRPr>
          </a:p>
        </p:txBody>
      </p:sp>
      <p:sp>
        <p:nvSpPr>
          <p:cNvPr id="15" name="矩形 14"/>
          <p:cNvSpPr/>
          <p:nvPr userDrawn="1"/>
        </p:nvSpPr>
        <p:spPr>
          <a:xfrm>
            <a:off x="1304503" y="1881126"/>
            <a:ext cx="1229893" cy="944580"/>
          </a:xfrm>
          <a:prstGeom prst="rect">
            <a:avLst/>
          </a:prstGeom>
          <a:solidFill>
            <a:srgbClr val="003F98"/>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r>
              <a:rPr lang="zh-CN" altLang="en-US" sz="1000" dirty="0">
                <a:solidFill>
                  <a:schemeClr val="bg1"/>
                </a:solidFill>
                <a:latin typeface="微软雅黑" panose="020B0503020204020204" pitchFamily="34" charset="-122"/>
                <a:ea typeface="微软雅黑" panose="020B0503020204020204" pitchFamily="34" charset="-122"/>
                <a:sym typeface="+mn-ea"/>
              </a:rPr>
              <a:t>平台层</a:t>
            </a:r>
            <a:endParaRPr lang="zh-CN" altLang="en-US" sz="1000" dirty="0">
              <a:solidFill>
                <a:schemeClr val="bg1"/>
              </a:solidFill>
              <a:latin typeface="微软雅黑" panose="020B0503020204020204" pitchFamily="34" charset="-122"/>
              <a:ea typeface="微软雅黑" panose="020B0503020204020204" pitchFamily="34" charset="-122"/>
              <a:sym typeface="+mn-ea"/>
            </a:endParaRPr>
          </a:p>
        </p:txBody>
      </p:sp>
      <p:sp>
        <p:nvSpPr>
          <p:cNvPr id="16" name="矩形 15"/>
          <p:cNvSpPr/>
          <p:nvPr userDrawn="1"/>
        </p:nvSpPr>
        <p:spPr>
          <a:xfrm>
            <a:off x="1304503" y="2880829"/>
            <a:ext cx="1229893" cy="403998"/>
          </a:xfrm>
          <a:prstGeom prst="rect">
            <a:avLst/>
          </a:prstGeom>
          <a:solidFill>
            <a:srgbClr val="003F98"/>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r>
              <a:rPr lang="zh-CN" altLang="en-US" sz="1000" dirty="0">
                <a:solidFill>
                  <a:schemeClr val="bg1"/>
                </a:solidFill>
                <a:latin typeface="微软雅黑" panose="020B0503020204020204" pitchFamily="34" charset="-122"/>
                <a:ea typeface="微软雅黑" panose="020B0503020204020204" pitchFamily="34" charset="-122"/>
                <a:sym typeface="+mn-ea"/>
              </a:rPr>
              <a:t>基础设施层</a:t>
            </a:r>
            <a:endParaRPr lang="zh-CN" altLang="en-US" sz="1000" dirty="0">
              <a:solidFill>
                <a:schemeClr val="bg1"/>
              </a:solidFill>
              <a:latin typeface="微软雅黑" panose="020B0503020204020204" pitchFamily="34" charset="-122"/>
              <a:ea typeface="微软雅黑" panose="020B0503020204020204" pitchFamily="34" charset="-122"/>
              <a:sym typeface="+mn-ea"/>
            </a:endParaRPr>
          </a:p>
        </p:txBody>
      </p:sp>
      <p:sp>
        <p:nvSpPr>
          <p:cNvPr id="17" name="圆角矩形 16"/>
          <p:cNvSpPr/>
          <p:nvPr userDrawn="1"/>
        </p:nvSpPr>
        <p:spPr>
          <a:xfrm>
            <a:off x="6488246" y="413666"/>
            <a:ext cx="648580" cy="291377"/>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r>
              <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rPr>
              <a:t>***</a:t>
            </a:r>
            <a:endPar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18" name="圆角矩形 17"/>
          <p:cNvSpPr/>
          <p:nvPr userDrawn="1"/>
        </p:nvSpPr>
        <p:spPr>
          <a:xfrm>
            <a:off x="4303071" y="413666"/>
            <a:ext cx="689272" cy="291377"/>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r>
              <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rPr>
              <a:t>***</a:t>
            </a:r>
            <a:endPar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19" name="圆角矩形 18"/>
          <p:cNvSpPr/>
          <p:nvPr userDrawn="1"/>
        </p:nvSpPr>
        <p:spPr>
          <a:xfrm>
            <a:off x="5747674" y="413666"/>
            <a:ext cx="691764" cy="291377"/>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r>
              <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rPr>
              <a:t>***</a:t>
            </a:r>
            <a:endPar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20" name="圆角矩形 19"/>
          <p:cNvSpPr/>
          <p:nvPr userDrawn="1"/>
        </p:nvSpPr>
        <p:spPr>
          <a:xfrm>
            <a:off x="8657642" y="413666"/>
            <a:ext cx="680137" cy="291377"/>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r>
              <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rPr>
              <a:t>***</a:t>
            </a:r>
            <a:endPar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21" name="圆角矩形 20"/>
          <p:cNvSpPr/>
          <p:nvPr userDrawn="1"/>
        </p:nvSpPr>
        <p:spPr>
          <a:xfrm>
            <a:off x="7948627" y="413666"/>
            <a:ext cx="660207" cy="291377"/>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r>
              <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rPr>
              <a:t>***</a:t>
            </a:r>
            <a:endPar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22" name="圆角矩形 21"/>
          <p:cNvSpPr/>
          <p:nvPr userDrawn="1"/>
        </p:nvSpPr>
        <p:spPr>
          <a:xfrm>
            <a:off x="7185634" y="413666"/>
            <a:ext cx="714185" cy="291377"/>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r>
              <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rPr>
              <a:t>***</a:t>
            </a:r>
            <a:endPar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23" name="圆角矩形 22"/>
          <p:cNvSpPr/>
          <p:nvPr userDrawn="1"/>
        </p:nvSpPr>
        <p:spPr>
          <a:xfrm>
            <a:off x="5041151" y="413665"/>
            <a:ext cx="657715" cy="279810"/>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r>
              <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rPr>
              <a:t>***</a:t>
            </a:r>
            <a:endPar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24" name="圆角矩形 23"/>
          <p:cNvSpPr/>
          <p:nvPr userDrawn="1"/>
        </p:nvSpPr>
        <p:spPr>
          <a:xfrm>
            <a:off x="2795375" y="413666"/>
            <a:ext cx="777277" cy="291377"/>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r>
              <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rPr>
              <a:t>***</a:t>
            </a:r>
            <a:endPar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endParaRPr>
          </a:p>
        </p:txBody>
      </p:sp>
      <p:sp>
        <p:nvSpPr>
          <p:cNvPr id="25" name="圆角矩形 24"/>
          <p:cNvSpPr/>
          <p:nvPr userDrawn="1"/>
        </p:nvSpPr>
        <p:spPr>
          <a:xfrm>
            <a:off x="3589074" y="413666"/>
            <a:ext cx="665189" cy="291377"/>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r>
              <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rPr>
              <a:t>***</a:t>
            </a:r>
            <a:endPar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endParaRPr>
          </a:p>
        </p:txBody>
      </p:sp>
      <p:sp>
        <p:nvSpPr>
          <p:cNvPr id="26" name="矩形 25"/>
          <p:cNvSpPr/>
          <p:nvPr userDrawn="1"/>
        </p:nvSpPr>
        <p:spPr>
          <a:xfrm>
            <a:off x="2795374" y="769832"/>
            <a:ext cx="8000293" cy="138888"/>
          </a:xfrm>
          <a:prstGeom prst="rect">
            <a:avLst/>
          </a:prstGeom>
          <a:solidFill>
            <a:srgbClr val="0971CE"/>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r>
              <a:rPr lang="zh-CN" altLang="en-US" sz="1000" dirty="0">
                <a:ln w="11430"/>
                <a:solidFill>
                  <a:schemeClr val="bg1"/>
                </a:solidFill>
                <a:latin typeface="微软雅黑" panose="020B0503020204020204" pitchFamily="34" charset="-122"/>
                <a:ea typeface="微软雅黑" panose="020B0503020204020204" pitchFamily="34" charset="-122"/>
                <a:sym typeface="+mn-ea"/>
              </a:rPr>
              <a:t>医疗分析挖掘服务模型</a:t>
            </a:r>
            <a:endParaRPr lang="zh-CN" altLang="en-US" sz="1000" dirty="0">
              <a:ln w="11430"/>
              <a:solidFill>
                <a:schemeClr val="bg1"/>
              </a:solidFill>
              <a:latin typeface="微软雅黑" panose="020B0503020204020204" pitchFamily="34" charset="-122"/>
              <a:ea typeface="微软雅黑" panose="020B0503020204020204" pitchFamily="34" charset="-122"/>
              <a:sym typeface="+mn-ea"/>
            </a:endParaRPr>
          </a:p>
        </p:txBody>
      </p:sp>
      <p:sp>
        <p:nvSpPr>
          <p:cNvPr id="27" name="Rounded Rectangle 13"/>
          <p:cNvSpPr/>
          <p:nvPr userDrawn="1"/>
        </p:nvSpPr>
        <p:spPr>
          <a:xfrm>
            <a:off x="2795373" y="995263"/>
            <a:ext cx="1126483" cy="504000"/>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r>
              <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rPr>
              <a:t>***</a:t>
            </a:r>
            <a:endPar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28" name="Rounded Rectangle 13"/>
          <p:cNvSpPr/>
          <p:nvPr userDrawn="1"/>
        </p:nvSpPr>
        <p:spPr>
          <a:xfrm>
            <a:off x="4943208" y="995263"/>
            <a:ext cx="977027" cy="504000"/>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r>
              <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rPr>
              <a:t>***</a:t>
            </a:r>
            <a:endPar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29" name="Rounded Rectangle 13"/>
          <p:cNvSpPr/>
          <p:nvPr userDrawn="1"/>
        </p:nvSpPr>
        <p:spPr>
          <a:xfrm>
            <a:off x="3980456" y="995263"/>
            <a:ext cx="904153" cy="504000"/>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r>
              <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rPr>
              <a:t>***</a:t>
            </a:r>
            <a:endPar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30" name="矩形 29"/>
          <p:cNvSpPr/>
          <p:nvPr userDrawn="1"/>
        </p:nvSpPr>
        <p:spPr>
          <a:xfrm>
            <a:off x="2794782" y="1613276"/>
            <a:ext cx="2811879" cy="193834"/>
          </a:xfrm>
          <a:prstGeom prst="rect">
            <a:avLst/>
          </a:prstGeom>
          <a:solidFill>
            <a:srgbClr val="156BE3"/>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r>
              <a:rPr lang="zh-CN" altLang="zh-CN" sz="1000" dirty="0">
                <a:ln w="11430"/>
                <a:solidFill>
                  <a:schemeClr val="bg1"/>
                </a:solidFill>
                <a:latin typeface="微软雅黑" panose="020B0503020204020204" pitchFamily="34" charset="-122"/>
                <a:ea typeface="微软雅黑" panose="020B0503020204020204" pitchFamily="34" charset="-122"/>
              </a:rPr>
              <a:t>数据采集集成与建模</a:t>
            </a:r>
            <a:endParaRPr lang="zh-CN" altLang="zh-CN" sz="1000" dirty="0">
              <a:ln w="11430"/>
              <a:solidFill>
                <a:schemeClr val="bg1"/>
              </a:solidFill>
              <a:latin typeface="微软雅黑" panose="020B0503020204020204" pitchFamily="34" charset="-122"/>
              <a:ea typeface="微软雅黑" panose="020B0503020204020204" pitchFamily="34" charset="-122"/>
            </a:endParaRPr>
          </a:p>
        </p:txBody>
      </p:sp>
      <p:sp>
        <p:nvSpPr>
          <p:cNvPr id="31" name="Flowchart: Magnetic Disk 149"/>
          <p:cNvSpPr/>
          <p:nvPr userDrawn="1"/>
        </p:nvSpPr>
        <p:spPr>
          <a:xfrm>
            <a:off x="5700016" y="1620922"/>
            <a:ext cx="5095651" cy="186189"/>
          </a:xfrm>
          <a:prstGeom prst="flowChartMagneticDisk">
            <a:avLst/>
          </a:prstGeom>
          <a:solidFill>
            <a:srgbClr val="156BE3"/>
          </a:solidFill>
          <a:ln w="635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r>
              <a:rPr lang="zh-CN" altLang="en-US" sz="1000" dirty="0">
                <a:ln w="11430"/>
                <a:solidFill>
                  <a:schemeClr val="bg1"/>
                </a:solidFill>
                <a:latin typeface="微软雅黑" panose="020B0503020204020204" pitchFamily="34" charset="-122"/>
                <a:ea typeface="微软雅黑" panose="020B0503020204020204" pitchFamily="34" charset="-122"/>
              </a:rPr>
              <a:t>糖尿病综合性大数据资源库</a:t>
            </a:r>
            <a:endParaRPr lang="zh-CN" altLang="en-US" sz="1000" dirty="0">
              <a:ln w="11430"/>
              <a:solidFill>
                <a:schemeClr val="bg1"/>
              </a:solidFill>
              <a:latin typeface="微软雅黑" panose="020B0503020204020204" pitchFamily="34" charset="-122"/>
              <a:ea typeface="微软雅黑" panose="020B0503020204020204" pitchFamily="34" charset="-122"/>
            </a:endParaRPr>
          </a:p>
        </p:txBody>
      </p:sp>
      <p:sp>
        <p:nvSpPr>
          <p:cNvPr id="32" name="Rounded Rectangle 13"/>
          <p:cNvSpPr/>
          <p:nvPr userDrawn="1"/>
        </p:nvSpPr>
        <p:spPr>
          <a:xfrm>
            <a:off x="2794782" y="2960936"/>
            <a:ext cx="1405940" cy="285124"/>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r>
              <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rPr>
              <a:t>数据采集服务器</a:t>
            </a:r>
            <a:endPar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endParaRPr>
          </a:p>
        </p:txBody>
      </p:sp>
      <p:sp>
        <p:nvSpPr>
          <p:cNvPr id="33" name="Rounded Rectangle 13"/>
          <p:cNvSpPr/>
          <p:nvPr userDrawn="1"/>
        </p:nvSpPr>
        <p:spPr>
          <a:xfrm>
            <a:off x="4261559" y="2960937"/>
            <a:ext cx="1847708" cy="285125"/>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r>
              <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rPr>
              <a:t>数据库</a:t>
            </a:r>
            <a:r>
              <a:rPr lang="en-US" altLang="zh-CN" sz="9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rPr>
              <a:t>/Web</a:t>
            </a:r>
            <a:r>
              <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rPr>
              <a:t>服务器</a:t>
            </a:r>
            <a:endPar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endParaRPr>
          </a:p>
        </p:txBody>
      </p:sp>
      <p:sp>
        <p:nvSpPr>
          <p:cNvPr id="34" name="Rounded Rectangle 13"/>
          <p:cNvSpPr/>
          <p:nvPr userDrawn="1"/>
        </p:nvSpPr>
        <p:spPr>
          <a:xfrm>
            <a:off x="6170105" y="2960936"/>
            <a:ext cx="1511169" cy="285124"/>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r>
              <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rPr>
              <a:t>***</a:t>
            </a:r>
            <a:endPar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35" name="Rounded Rectangle 13"/>
          <p:cNvSpPr/>
          <p:nvPr userDrawn="1"/>
        </p:nvSpPr>
        <p:spPr>
          <a:xfrm>
            <a:off x="7742111" y="2960936"/>
            <a:ext cx="1503029" cy="285124"/>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r>
              <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rPr>
              <a:t>资源配置管理</a:t>
            </a:r>
            <a:endPar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endParaRPr>
          </a:p>
        </p:txBody>
      </p:sp>
      <p:sp>
        <p:nvSpPr>
          <p:cNvPr id="36" name="Rounded Rectangle 13"/>
          <p:cNvSpPr/>
          <p:nvPr userDrawn="1"/>
        </p:nvSpPr>
        <p:spPr>
          <a:xfrm>
            <a:off x="9305979" y="2960936"/>
            <a:ext cx="1489687" cy="285124"/>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r>
              <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rPr>
              <a:t>安全管理</a:t>
            </a:r>
            <a:endPar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endParaRPr>
          </a:p>
        </p:txBody>
      </p:sp>
      <p:sp>
        <p:nvSpPr>
          <p:cNvPr id="37" name="Rounded Rectangle 13"/>
          <p:cNvSpPr/>
          <p:nvPr userDrawn="1"/>
        </p:nvSpPr>
        <p:spPr>
          <a:xfrm>
            <a:off x="2840783" y="1920046"/>
            <a:ext cx="7819501" cy="131307"/>
          </a:xfrm>
          <a:prstGeom prst="roundRect">
            <a:avLst/>
          </a:prstGeom>
          <a:noFill/>
          <a:ln>
            <a:noFill/>
          </a:ln>
          <a:effectLst/>
          <a:extLst>
            <a:ext uri="{909E8E84-426E-40DD-AFC4-6F175D3DCCD1}">
              <a14:hiddenFill xmlns:a14="http://schemas.microsoft.com/office/drawing/2010/main">
                <a:solidFill>
                  <a:srgbClr val="0066FF"/>
                </a:solidFill>
              </a14:hiddenFill>
            </a:ext>
          </a:extLst>
        </p:spPr>
        <p:style>
          <a:lnRef idx="1">
            <a:schemeClr val="accent5"/>
          </a:lnRef>
          <a:fillRef idx="3">
            <a:schemeClr val="accent5"/>
          </a:fillRef>
          <a:effectRef idx="2">
            <a:schemeClr val="accent5"/>
          </a:effectRef>
          <a:fontRef idx="minor">
            <a:schemeClr val="lt1"/>
          </a:fontRef>
        </p:style>
        <p:txBody>
          <a:bodyPr lIns="0" rIns="0" rtlCol="0" anchor="ctr"/>
          <a:lstStyle/>
          <a:p>
            <a:pPr algn="ctr"/>
            <a:r>
              <a:rPr lang="zh-CN" altLang="en-US" sz="900" dirty="0">
                <a:ln w="11430"/>
                <a:gradFill>
                  <a:gsLst>
                    <a:gs pos="0">
                      <a:schemeClr val="tx1">
                        <a:lumMod val="95000"/>
                        <a:lumOff val="5000"/>
                      </a:schemeClr>
                    </a:gs>
                    <a:gs pos="100000">
                      <a:schemeClr val="tx1">
                        <a:lumMod val="95000"/>
                        <a:lumOff val="5000"/>
                      </a:schemeClr>
                    </a:gs>
                  </a:gsLst>
                  <a:lin ang="5400000" scaled="1"/>
                </a:gradFill>
                <a:latin typeface="微软雅黑" panose="020B0503020204020204" pitchFamily="34" charset="-122"/>
                <a:ea typeface="微软雅黑" panose="020B0503020204020204" pitchFamily="34" charset="-122"/>
                <a:sym typeface="+mn-ea"/>
              </a:rPr>
              <a:t>医疗大数据统一存储访问与编程接口</a:t>
            </a:r>
            <a:endParaRPr lang="zh-CN" altLang="en-US" sz="900" dirty="0">
              <a:ln w="11430"/>
              <a:gradFill>
                <a:gsLst>
                  <a:gs pos="0">
                    <a:schemeClr val="tx1">
                      <a:lumMod val="95000"/>
                      <a:lumOff val="5000"/>
                    </a:schemeClr>
                  </a:gs>
                  <a:gs pos="100000">
                    <a:schemeClr val="tx1">
                      <a:lumMod val="95000"/>
                      <a:lumOff val="5000"/>
                    </a:schemeClr>
                  </a:gs>
                </a:gsLst>
                <a:lin ang="5400000" scaled="1"/>
              </a:gradFill>
              <a:latin typeface="微软雅黑" panose="020B0503020204020204" pitchFamily="34" charset="-122"/>
              <a:ea typeface="微软雅黑" panose="020B0503020204020204" pitchFamily="34" charset="-122"/>
              <a:sym typeface="+mn-ea"/>
            </a:endParaRPr>
          </a:p>
        </p:txBody>
      </p:sp>
      <p:sp>
        <p:nvSpPr>
          <p:cNvPr id="38" name="Rounded Rectangle 122"/>
          <p:cNvSpPr/>
          <p:nvPr userDrawn="1"/>
        </p:nvSpPr>
        <p:spPr>
          <a:xfrm>
            <a:off x="3753445" y="2072810"/>
            <a:ext cx="997369" cy="288000"/>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r>
              <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rPr>
              <a:t> 数据库访问接口</a:t>
            </a:r>
            <a:endPar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39" name="Rounded Rectangle 123"/>
          <p:cNvSpPr/>
          <p:nvPr userDrawn="1"/>
        </p:nvSpPr>
        <p:spPr>
          <a:xfrm>
            <a:off x="7179119" y="2072810"/>
            <a:ext cx="1012316" cy="288000"/>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r>
              <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rPr>
              <a:t> </a:t>
            </a:r>
            <a:r>
              <a:rPr lang="en-US" altLang="zh-CN" sz="900" dirty="0">
                <a:ln w="11430"/>
                <a:solidFill>
                  <a:schemeClr val="tx1">
                    <a:lumMod val="95000"/>
                    <a:lumOff val="5000"/>
                  </a:schemeClr>
                </a:solidFill>
                <a:latin typeface="微软雅黑" panose="020B0503020204020204" pitchFamily="34" charset="-122"/>
                <a:ea typeface="微软雅黑" panose="020B0503020204020204" pitchFamily="34" charset="-122"/>
              </a:rPr>
              <a:t>HBase</a:t>
            </a:r>
            <a:r>
              <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rPr>
              <a:t>接口</a:t>
            </a:r>
            <a:endPar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40" name="Rounded Rectangle 124"/>
          <p:cNvSpPr/>
          <p:nvPr userDrawn="1"/>
        </p:nvSpPr>
        <p:spPr>
          <a:xfrm>
            <a:off x="2794782" y="2504733"/>
            <a:ext cx="890567" cy="268131"/>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r>
              <a:rPr lang="en-US" altLang="zh-CN" sz="900" dirty="0">
                <a:ln w="11430"/>
                <a:solidFill>
                  <a:schemeClr val="tx1">
                    <a:lumMod val="95000"/>
                    <a:lumOff val="5000"/>
                  </a:schemeClr>
                </a:solidFill>
                <a:latin typeface="微软雅黑" panose="020B0503020204020204" pitchFamily="34" charset="-122"/>
                <a:ea typeface="微软雅黑" panose="020B0503020204020204" pitchFamily="34" charset="-122"/>
              </a:rPr>
              <a:t>Web</a:t>
            </a:r>
            <a:endParaRPr lang="en-US" altLang="zh-CN" sz="900" dirty="0">
              <a:ln w="11430"/>
              <a:solidFill>
                <a:schemeClr val="tx1">
                  <a:lumMod val="95000"/>
                  <a:lumOff val="5000"/>
                </a:schemeClr>
              </a:solidFill>
              <a:latin typeface="微软雅黑" panose="020B0503020204020204" pitchFamily="34" charset="-122"/>
              <a:ea typeface="微软雅黑" panose="020B0503020204020204" pitchFamily="34" charset="-122"/>
            </a:endParaRPr>
          </a:p>
          <a:p>
            <a:pPr algn="ctr"/>
            <a:r>
              <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rPr>
              <a:t>服务器</a:t>
            </a:r>
            <a:endPar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41" name="Rounded Rectangle 127"/>
          <p:cNvSpPr/>
          <p:nvPr userDrawn="1"/>
        </p:nvSpPr>
        <p:spPr>
          <a:xfrm>
            <a:off x="5872824" y="2072810"/>
            <a:ext cx="1253977" cy="288000"/>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r>
              <a:rPr lang="en-US" altLang="zh-CN" sz="900" dirty="0">
                <a:ln w="11430"/>
                <a:solidFill>
                  <a:schemeClr val="tx1">
                    <a:lumMod val="95000"/>
                    <a:lumOff val="5000"/>
                  </a:schemeClr>
                </a:solidFill>
                <a:latin typeface="微软雅黑" panose="020B0503020204020204" pitchFamily="34" charset="-122"/>
                <a:ea typeface="微软雅黑" panose="020B0503020204020204" pitchFamily="34" charset="-122"/>
              </a:rPr>
              <a:t>HDFS</a:t>
            </a:r>
            <a:r>
              <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rPr>
              <a:t>访问接口</a:t>
            </a:r>
            <a:endPar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42" name="Rounded Rectangle 128"/>
          <p:cNvSpPr/>
          <p:nvPr userDrawn="1"/>
        </p:nvSpPr>
        <p:spPr>
          <a:xfrm>
            <a:off x="8243753" y="2072810"/>
            <a:ext cx="1308807" cy="288000"/>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r>
              <a:rPr lang="en-US" altLang="zh-CN" sz="900" dirty="0">
                <a:ln w="11430"/>
                <a:solidFill>
                  <a:schemeClr val="tx1">
                    <a:lumMod val="95000"/>
                    <a:lumOff val="5000"/>
                  </a:schemeClr>
                </a:solidFill>
                <a:latin typeface="微软雅黑" panose="020B0503020204020204" pitchFamily="34" charset="-122"/>
                <a:ea typeface="微软雅黑" panose="020B0503020204020204" pitchFamily="34" charset="-122"/>
              </a:rPr>
              <a:t>MapReduce</a:t>
            </a:r>
            <a:r>
              <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rPr>
              <a:t>编程接口</a:t>
            </a:r>
            <a:endPar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43" name="TextBox 133"/>
          <p:cNvSpPr txBox="1"/>
          <p:nvPr userDrawn="1"/>
        </p:nvSpPr>
        <p:spPr>
          <a:xfrm>
            <a:off x="2794782" y="2327549"/>
            <a:ext cx="8000884" cy="230832"/>
          </a:xfrm>
          <a:prstGeom prst="rect">
            <a:avLst/>
          </a:prstGeom>
          <a:noFill/>
          <a:extLst>
            <a:ext uri="{909E8E84-426E-40DD-AFC4-6F175D3DCCD1}">
              <a14:hiddenFill xmlns:a14="http://schemas.microsoft.com/office/drawing/2010/main">
                <a:solidFill>
                  <a:srgbClr val="003F98"/>
                </a:solidFill>
              </a14:hiddenFill>
            </a:ext>
          </a:extLst>
        </p:spPr>
        <p:txBody>
          <a:bodyPr wrap="square" rtlCol="0">
            <a:spAutoFit/>
          </a:bodyPr>
          <a:lstStyle/>
          <a:p>
            <a:pPr algn="ctr"/>
            <a:r>
              <a:rPr lang="zh-CN" altLang="en-US" sz="900" dirty="0">
                <a:ln w="11430"/>
                <a:gradFill>
                  <a:gsLst>
                    <a:gs pos="0">
                      <a:schemeClr val="tx1">
                        <a:lumMod val="95000"/>
                        <a:lumOff val="5000"/>
                      </a:schemeClr>
                    </a:gs>
                    <a:gs pos="100000">
                      <a:schemeClr val="tx1">
                        <a:lumMod val="95000"/>
                        <a:lumOff val="5000"/>
                      </a:schemeClr>
                    </a:gs>
                  </a:gsLst>
                  <a:lin ang="5400000" scaled="1"/>
                </a:gradFill>
                <a:latin typeface="微软雅黑" panose="020B0503020204020204" pitchFamily="34" charset="-122"/>
                <a:ea typeface="微软雅黑" panose="020B0503020204020204" pitchFamily="34" charset="-122"/>
              </a:rPr>
              <a:t>医疗大数据存储和并行计算系统</a:t>
            </a:r>
            <a:endParaRPr lang="zh-CN" altLang="en-US" sz="900" dirty="0">
              <a:ln w="11430"/>
              <a:gradFill>
                <a:gsLst>
                  <a:gs pos="0">
                    <a:schemeClr val="tx1">
                      <a:lumMod val="95000"/>
                      <a:lumOff val="5000"/>
                    </a:schemeClr>
                  </a:gs>
                  <a:gs pos="100000">
                    <a:schemeClr val="tx1">
                      <a:lumMod val="95000"/>
                      <a:lumOff val="5000"/>
                    </a:schemeClr>
                  </a:gs>
                </a:gsLst>
                <a:lin ang="5400000" scaled="1"/>
              </a:gradFill>
              <a:latin typeface="微软雅黑" panose="020B0503020204020204" pitchFamily="34" charset="-122"/>
              <a:ea typeface="微软雅黑" panose="020B0503020204020204" pitchFamily="34" charset="-122"/>
            </a:endParaRPr>
          </a:p>
        </p:txBody>
      </p:sp>
      <p:sp>
        <p:nvSpPr>
          <p:cNvPr id="44" name="Rounded Rectangle 180"/>
          <p:cNvSpPr/>
          <p:nvPr userDrawn="1"/>
        </p:nvSpPr>
        <p:spPr>
          <a:xfrm>
            <a:off x="4807357" y="2072810"/>
            <a:ext cx="1013147" cy="288000"/>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r>
              <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rPr>
              <a:t>内存数据库接口</a:t>
            </a:r>
            <a:endPar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45" name="Rounded Rectangle 244"/>
          <p:cNvSpPr/>
          <p:nvPr userDrawn="1"/>
        </p:nvSpPr>
        <p:spPr>
          <a:xfrm>
            <a:off x="2794783" y="2072810"/>
            <a:ext cx="906344" cy="288000"/>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r>
              <a:rPr lang="en-US" altLang="zh-CN" sz="900" dirty="0">
                <a:ln w="11430"/>
                <a:solidFill>
                  <a:schemeClr val="tx1">
                    <a:lumMod val="95000"/>
                    <a:lumOff val="5000"/>
                  </a:schemeClr>
                </a:solidFill>
                <a:latin typeface="微软雅黑" panose="020B0503020204020204" pitchFamily="34" charset="-122"/>
                <a:ea typeface="微软雅黑" panose="020B0503020204020204" pitchFamily="34" charset="-122"/>
              </a:rPr>
              <a:t>Web</a:t>
            </a:r>
            <a:r>
              <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rPr>
              <a:t>访问接口</a:t>
            </a:r>
            <a:endPar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46" name="Rounded Rectangle 137"/>
          <p:cNvSpPr/>
          <p:nvPr userDrawn="1"/>
        </p:nvSpPr>
        <p:spPr>
          <a:xfrm>
            <a:off x="9630042" y="2072810"/>
            <a:ext cx="1195015" cy="288000"/>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r>
              <a:rPr lang="en-US" altLang="zh-CN" sz="900" dirty="0">
                <a:ln w="11430"/>
                <a:solidFill>
                  <a:schemeClr val="tx1">
                    <a:lumMod val="95000"/>
                    <a:lumOff val="5000"/>
                  </a:schemeClr>
                </a:solidFill>
                <a:latin typeface="微软雅黑" panose="020B0503020204020204" pitchFamily="34" charset="-122"/>
                <a:ea typeface="微软雅黑" panose="020B0503020204020204" pitchFamily="34" charset="-122"/>
              </a:rPr>
              <a:t>Spark</a:t>
            </a:r>
            <a:r>
              <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rPr>
              <a:t>编程接口</a:t>
            </a:r>
            <a:endPar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47" name="Rounded Rectangle 124"/>
          <p:cNvSpPr/>
          <p:nvPr userDrawn="1"/>
        </p:nvSpPr>
        <p:spPr>
          <a:xfrm>
            <a:off x="3763217" y="2504734"/>
            <a:ext cx="969964" cy="268131"/>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r>
              <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rPr>
              <a:t>关系数据库</a:t>
            </a:r>
            <a:endPar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endParaRPr>
          </a:p>
        </p:txBody>
      </p:sp>
      <p:grpSp>
        <p:nvGrpSpPr>
          <p:cNvPr id="48" name="组合 47"/>
          <p:cNvGrpSpPr/>
          <p:nvPr userDrawn="1"/>
        </p:nvGrpSpPr>
        <p:grpSpPr>
          <a:xfrm>
            <a:off x="4840669" y="2496805"/>
            <a:ext cx="5984387" cy="276060"/>
            <a:chOff x="4387759" y="5548036"/>
            <a:chExt cx="3649626" cy="185081"/>
          </a:xfrm>
        </p:grpSpPr>
        <p:sp>
          <p:nvSpPr>
            <p:cNvPr id="49" name="Rounded Rectangle 114"/>
            <p:cNvSpPr/>
            <p:nvPr/>
          </p:nvSpPr>
          <p:spPr>
            <a:xfrm>
              <a:off x="7362612" y="5553351"/>
              <a:ext cx="674773" cy="179766"/>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r>
                <a:rPr lang="en-US" altLang="zh-CN" sz="9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rPr>
                <a:t>Spark</a:t>
              </a:r>
              <a:r>
                <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rPr>
                <a:t>系统</a:t>
              </a:r>
              <a:endPar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endParaRPr>
            </a:p>
          </p:txBody>
        </p:sp>
        <p:sp>
          <p:nvSpPr>
            <p:cNvPr id="50" name="Rounded Rectangle 114"/>
            <p:cNvSpPr/>
            <p:nvPr/>
          </p:nvSpPr>
          <p:spPr>
            <a:xfrm>
              <a:off x="4387759" y="5553351"/>
              <a:ext cx="1025380" cy="179766"/>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r>
                <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rPr>
                <a:t>分布式内存数据库</a:t>
              </a:r>
              <a:endPar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endParaRPr>
            </a:p>
          </p:txBody>
        </p:sp>
        <p:sp>
          <p:nvSpPr>
            <p:cNvPr id="51" name="Rounded Rectangle 114"/>
            <p:cNvSpPr/>
            <p:nvPr/>
          </p:nvSpPr>
          <p:spPr>
            <a:xfrm>
              <a:off x="5455607" y="5553351"/>
              <a:ext cx="459532" cy="179766"/>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r>
                <a:rPr lang="en-US" altLang="zh-CN" sz="9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rPr>
                <a:t>HDFS</a:t>
              </a:r>
              <a:endParaRPr lang="en-US" altLang="zh-CN" sz="9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endParaRPr>
            </a:p>
          </p:txBody>
        </p:sp>
        <p:sp>
          <p:nvSpPr>
            <p:cNvPr id="52" name="Rounded Rectangle 114"/>
            <p:cNvSpPr/>
            <p:nvPr/>
          </p:nvSpPr>
          <p:spPr>
            <a:xfrm>
              <a:off x="5949337" y="5553351"/>
              <a:ext cx="445439" cy="179766"/>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r>
                <a:rPr lang="en-US" altLang="zh-CN" sz="9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rPr>
                <a:t>HBase</a:t>
              </a:r>
              <a:endParaRPr lang="en-US" altLang="zh-CN" sz="9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endParaRPr>
            </a:p>
          </p:txBody>
        </p:sp>
        <p:sp>
          <p:nvSpPr>
            <p:cNvPr id="53" name="Rounded Rectangle 114"/>
            <p:cNvSpPr/>
            <p:nvPr/>
          </p:nvSpPr>
          <p:spPr>
            <a:xfrm>
              <a:off x="6436601" y="5548036"/>
              <a:ext cx="864000" cy="185081"/>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r>
                <a:rPr lang="en-US" altLang="zh-CN" sz="900" dirty="0" err="1">
                  <a:ln w="11430"/>
                  <a:solidFill>
                    <a:schemeClr val="tx1">
                      <a:lumMod val="95000"/>
                      <a:lumOff val="5000"/>
                    </a:schemeClr>
                  </a:solidFill>
                  <a:latin typeface="微软雅黑" panose="020B0503020204020204" pitchFamily="34" charset="-122"/>
                  <a:ea typeface="微软雅黑" panose="020B0503020204020204" pitchFamily="34" charset="-122"/>
                  <a:sym typeface="+mn-ea"/>
                </a:rPr>
                <a:t>Hadoop</a:t>
              </a:r>
              <a:r>
                <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rPr>
                <a:t>系统</a:t>
              </a:r>
              <a:endPar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endParaRPr>
            </a:p>
          </p:txBody>
        </p:sp>
      </p:grpSp>
      <p:sp>
        <p:nvSpPr>
          <p:cNvPr id="54" name="矩形 4"/>
          <p:cNvSpPr>
            <a:spLocks noChangeArrowheads="1"/>
          </p:cNvSpPr>
          <p:nvPr userDrawn="1"/>
        </p:nvSpPr>
        <p:spPr bwMode="auto">
          <a:xfrm>
            <a:off x="476546" y="368660"/>
            <a:ext cx="564705" cy="2915542"/>
          </a:xfrm>
          <a:prstGeom prst="rect">
            <a:avLst/>
          </a:prstGeom>
          <a:solidFill>
            <a:srgbClr val="0971CE"/>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r>
              <a:rPr lang="zh-CN" altLang="zh-CN" sz="1200" dirty="0">
                <a:solidFill>
                  <a:schemeClr val="bg1"/>
                </a:solidFill>
                <a:latin typeface="微软雅黑" panose="020B0503020204020204" pitchFamily="34" charset="-122"/>
                <a:ea typeface="微软雅黑" panose="020B0503020204020204" pitchFamily="34" charset="-122"/>
                <a:sym typeface="Arial" panose="020B0604020202020204" pitchFamily="34" charset="0"/>
              </a:rPr>
              <a:t>标准规范体系</a:t>
            </a:r>
            <a:endParaRPr lang="zh-CN" altLang="zh-CN" sz="1200" dirty="0">
              <a:solidFill>
                <a:schemeClr val="bg1"/>
              </a:solidFill>
              <a:latin typeface="微软雅黑" panose="020B0503020204020204" pitchFamily="34" charset="-122"/>
              <a:ea typeface="微软雅黑" panose="020B0503020204020204" pitchFamily="34" charset="-122"/>
              <a:sym typeface="Arial" panose="020B0604020202020204" pitchFamily="34" charset="0"/>
            </a:endParaRPr>
          </a:p>
        </p:txBody>
      </p:sp>
      <p:sp>
        <p:nvSpPr>
          <p:cNvPr id="55" name="矩形 5"/>
          <p:cNvSpPr>
            <a:spLocks noChangeArrowheads="1"/>
          </p:cNvSpPr>
          <p:nvPr userDrawn="1"/>
        </p:nvSpPr>
        <p:spPr bwMode="auto">
          <a:xfrm>
            <a:off x="11062367" y="368661"/>
            <a:ext cx="613701" cy="2920231"/>
          </a:xfrm>
          <a:prstGeom prst="rect">
            <a:avLst/>
          </a:prstGeom>
          <a:solidFill>
            <a:srgbClr val="0971CE"/>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r>
              <a:rPr lang="zh-CN" altLang="en-US" sz="1200" dirty="0">
                <a:solidFill>
                  <a:schemeClr val="bg1"/>
                </a:solidFill>
                <a:latin typeface="微软雅黑" panose="020B0503020204020204" pitchFamily="34" charset="-122"/>
                <a:ea typeface="微软雅黑" panose="020B0503020204020204" pitchFamily="34" charset="-122"/>
              </a:rPr>
              <a:t>安全保障体系</a:t>
            </a:r>
            <a:endParaRPr lang="zh-CN" altLang="en-US" sz="1200" dirty="0">
              <a:solidFill>
                <a:schemeClr val="bg1"/>
              </a:solidFill>
              <a:latin typeface="微软雅黑" panose="020B0503020204020204" pitchFamily="34" charset="-122"/>
              <a:ea typeface="微软雅黑" panose="020B0503020204020204" pitchFamily="34" charset="-122"/>
            </a:endParaRPr>
          </a:p>
        </p:txBody>
      </p:sp>
      <p:sp>
        <p:nvSpPr>
          <p:cNvPr id="56" name="圆角矩形 55"/>
          <p:cNvSpPr/>
          <p:nvPr userDrawn="1"/>
        </p:nvSpPr>
        <p:spPr>
          <a:xfrm>
            <a:off x="8859218" y="995263"/>
            <a:ext cx="1063177" cy="504000"/>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r>
              <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rPr>
              <a:t>***</a:t>
            </a:r>
            <a:endPar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57" name="圆角矩形 56"/>
          <p:cNvSpPr/>
          <p:nvPr userDrawn="1"/>
        </p:nvSpPr>
        <p:spPr>
          <a:xfrm>
            <a:off x="9980998" y="995263"/>
            <a:ext cx="814669" cy="504000"/>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r>
              <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rPr>
              <a:t>***</a:t>
            </a:r>
            <a:endPar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58" name="圆角矩形 57"/>
          <p:cNvSpPr/>
          <p:nvPr userDrawn="1"/>
        </p:nvSpPr>
        <p:spPr>
          <a:xfrm>
            <a:off x="5978835" y="995263"/>
            <a:ext cx="908511" cy="504000"/>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r>
              <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rPr>
              <a:t>***</a:t>
            </a:r>
            <a:endPar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59" name="圆角矩形 58"/>
          <p:cNvSpPr/>
          <p:nvPr userDrawn="1"/>
        </p:nvSpPr>
        <p:spPr>
          <a:xfrm>
            <a:off x="7924692" y="995263"/>
            <a:ext cx="875925" cy="504000"/>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r>
              <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rPr>
              <a:t>***</a:t>
            </a:r>
            <a:endPar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60" name="圆角矩形 59"/>
          <p:cNvSpPr/>
          <p:nvPr userDrawn="1"/>
        </p:nvSpPr>
        <p:spPr>
          <a:xfrm>
            <a:off x="6945945" y="995263"/>
            <a:ext cx="920147" cy="504000"/>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r>
              <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rPr>
              <a:t>***</a:t>
            </a:r>
            <a:endPar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61" name="圆角矩形 60"/>
          <p:cNvSpPr/>
          <p:nvPr userDrawn="1"/>
        </p:nvSpPr>
        <p:spPr>
          <a:xfrm>
            <a:off x="9386588" y="413666"/>
            <a:ext cx="680137" cy="291377"/>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r>
              <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rPr>
              <a:t>***</a:t>
            </a:r>
            <a:endPar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62" name="圆角矩形 61"/>
          <p:cNvSpPr/>
          <p:nvPr userDrawn="1"/>
        </p:nvSpPr>
        <p:spPr>
          <a:xfrm>
            <a:off x="10115530" y="413666"/>
            <a:ext cx="680137" cy="291377"/>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r>
              <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rPr>
              <a:t>***</a:t>
            </a:r>
            <a:endPar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showMasterSp="0" userDrawn="1">
  <p:cSld name="19_自定义版式">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600391" y="2402786"/>
            <a:ext cx="4755109" cy="1962426"/>
          </a:xfrm>
          <a:prstGeom prst="rect">
            <a:avLst/>
          </a:prstGeom>
        </p:spPr>
      </p:pic>
      <p:cxnSp>
        <p:nvCxnSpPr>
          <p:cNvPr id="4" name="直接连接符 3"/>
          <p:cNvCxnSpPr/>
          <p:nvPr userDrawn="1"/>
        </p:nvCxnSpPr>
        <p:spPr>
          <a:xfrm>
            <a:off x="583841" y="3408619"/>
            <a:ext cx="2875136" cy="0"/>
          </a:xfrm>
          <a:prstGeom prst="line">
            <a:avLst/>
          </a:prstGeom>
          <a:ln w="3175" cap="rnd">
            <a:solidFill>
              <a:schemeClr val="bg1">
                <a:lumMod val="7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 name="直接连接符 4"/>
          <p:cNvCxnSpPr/>
          <p:nvPr userDrawn="1"/>
        </p:nvCxnSpPr>
        <p:spPr>
          <a:xfrm>
            <a:off x="8509307" y="3362049"/>
            <a:ext cx="2875136" cy="0"/>
          </a:xfrm>
          <a:prstGeom prst="line">
            <a:avLst/>
          </a:prstGeom>
          <a:ln w="3175" cap="rnd">
            <a:solidFill>
              <a:schemeClr val="bg1">
                <a:lumMod val="7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6" name="矩形 5"/>
          <p:cNvSpPr/>
          <p:nvPr userDrawn="1"/>
        </p:nvSpPr>
        <p:spPr>
          <a:xfrm>
            <a:off x="10131998" y="1176342"/>
            <a:ext cx="1271502" cy="461665"/>
          </a:xfrm>
          <a:prstGeom prst="rect">
            <a:avLst/>
          </a:prstGeom>
        </p:spPr>
        <p:txBody>
          <a:bodyPr wrap="none">
            <a:spAutoFit/>
          </a:bodyPr>
          <a:lstStyle/>
          <a:p>
            <a:pPr algn="r">
              <a:lnSpc>
                <a:spcPct val="150000"/>
              </a:lnSpc>
            </a:pPr>
            <a:r>
              <a:rPr lang="en-US" altLang="zh-CN" sz="1600" dirty="0">
                <a:gradFill>
                  <a:gsLst>
                    <a:gs pos="0">
                      <a:srgbClr val="FF0000"/>
                    </a:gs>
                    <a:gs pos="100000">
                      <a:srgbClr val="FF0000"/>
                    </a:gs>
                  </a:gsLst>
                  <a:lin ang="5400000" scaled="1"/>
                </a:gradFill>
                <a:latin typeface="微软雅黑" panose="020B0503020204020204" pitchFamily="34" charset="-122"/>
                <a:ea typeface="微软雅黑" panose="020B0503020204020204" pitchFamily="34" charset="-122"/>
              </a:rPr>
              <a:t> </a:t>
            </a:r>
            <a:r>
              <a:rPr lang="zh-CN" altLang="en-US" sz="1600" dirty="0">
                <a:gradFill>
                  <a:gsLst>
                    <a:gs pos="0">
                      <a:srgbClr val="FF0000"/>
                    </a:gs>
                    <a:gs pos="100000">
                      <a:srgbClr val="FF0000"/>
                    </a:gs>
                  </a:gsLst>
                  <a:lin ang="5400000" scaled="1"/>
                </a:gradFill>
                <a:latin typeface="微软雅黑" panose="020B0503020204020204" pitchFamily="34" charset="-122"/>
                <a:ea typeface="微软雅黑" panose="020B0503020204020204" pitchFamily="34" charset="-122"/>
              </a:rPr>
              <a:t>经济效益一</a:t>
            </a:r>
            <a:endParaRPr lang="zh-CN" altLang="zh-CN" sz="1600" dirty="0">
              <a:gradFill>
                <a:gsLst>
                  <a:gs pos="0">
                    <a:srgbClr val="FF0000"/>
                  </a:gs>
                  <a:gs pos="100000">
                    <a:srgbClr val="FF0000"/>
                  </a:gs>
                </a:gsLst>
                <a:lin ang="5400000" scaled="1"/>
              </a:gradFill>
              <a:latin typeface="微软雅黑" panose="020B0503020204020204" pitchFamily="34" charset="-122"/>
              <a:ea typeface="微软雅黑" panose="020B0503020204020204" pitchFamily="34" charset="-122"/>
            </a:endParaRPr>
          </a:p>
        </p:txBody>
      </p:sp>
      <p:sp>
        <p:nvSpPr>
          <p:cNvPr id="7" name="矩形 6"/>
          <p:cNvSpPr/>
          <p:nvPr userDrawn="1"/>
        </p:nvSpPr>
        <p:spPr>
          <a:xfrm>
            <a:off x="8084508" y="1691056"/>
            <a:ext cx="3297736" cy="313932"/>
          </a:xfrm>
          <a:prstGeom prst="rect">
            <a:avLst/>
          </a:prstGeom>
        </p:spPr>
        <p:txBody>
          <a:bodyPr wrap="square">
            <a:spAutoFit/>
          </a:bodyPr>
          <a:lstStyle/>
          <a:p>
            <a:pPr algn="r">
              <a:lnSpc>
                <a:spcPct val="120000"/>
              </a:lnSpc>
              <a:spcAft>
                <a:spcPts val="600"/>
              </a:spcAft>
            </a:pPr>
            <a:r>
              <a:rPr lang="en-US" altLang="zh-CN" sz="1200" dirty="0">
                <a:gradFill>
                  <a:gsLst>
                    <a:gs pos="0">
                      <a:schemeClr val="tx1">
                        <a:lumMod val="85000"/>
                        <a:lumOff val="15000"/>
                      </a:schemeClr>
                    </a:gs>
                    <a:gs pos="100000">
                      <a:schemeClr val="tx1">
                        <a:lumMod val="85000"/>
                        <a:lumOff val="15000"/>
                      </a:schemeClr>
                    </a:gs>
                  </a:gsLst>
                  <a:lin ang="5400000" scaled="1"/>
                </a:gradFill>
                <a:latin typeface="微软雅黑" panose="020B0503020204020204" pitchFamily="34" charset="-122"/>
                <a:ea typeface="微软雅黑" panose="020B0503020204020204" pitchFamily="34" charset="-122"/>
              </a:rPr>
              <a:t> </a:t>
            </a:r>
            <a:r>
              <a:rPr lang="zh-CN" altLang="en-US" sz="1200" dirty="0">
                <a:gradFill>
                  <a:gsLst>
                    <a:gs pos="0">
                      <a:schemeClr val="tx1">
                        <a:lumMod val="85000"/>
                        <a:lumOff val="15000"/>
                      </a:schemeClr>
                    </a:gs>
                    <a:gs pos="100000">
                      <a:schemeClr val="tx1">
                        <a:lumMod val="85000"/>
                        <a:lumOff val="15000"/>
                      </a:schemeClr>
                    </a:gs>
                  </a:gsLst>
                  <a:lin ang="5400000" scaled="1"/>
                </a:gradFill>
                <a:latin typeface="微软雅黑" panose="020B0503020204020204" pitchFamily="34" charset="-122"/>
                <a:ea typeface="微软雅黑" panose="020B0503020204020204" pitchFamily="34" charset="-122"/>
              </a:rPr>
              <a:t>经济效益</a:t>
            </a:r>
            <a:endParaRPr lang="zh-CN" altLang="en-US" sz="1200" dirty="0">
              <a:gradFill>
                <a:gsLst>
                  <a:gs pos="0">
                    <a:schemeClr val="tx1">
                      <a:lumMod val="85000"/>
                      <a:lumOff val="15000"/>
                    </a:schemeClr>
                  </a:gs>
                  <a:gs pos="100000">
                    <a:schemeClr val="tx1">
                      <a:lumMod val="85000"/>
                      <a:lumOff val="15000"/>
                    </a:schemeClr>
                  </a:gs>
                </a:gsLst>
                <a:lin ang="5400000" scaled="1"/>
              </a:gradFill>
              <a:latin typeface="微软雅黑" panose="020B0503020204020204" pitchFamily="34" charset="-122"/>
              <a:ea typeface="微软雅黑" panose="020B0503020204020204" pitchFamily="34" charset="-122"/>
            </a:endParaRPr>
          </a:p>
        </p:txBody>
      </p:sp>
      <p:sp>
        <p:nvSpPr>
          <p:cNvPr id="8" name="矩形 7"/>
          <p:cNvSpPr/>
          <p:nvPr userDrawn="1"/>
        </p:nvSpPr>
        <p:spPr>
          <a:xfrm>
            <a:off x="7817993" y="3543020"/>
            <a:ext cx="3809563" cy="461665"/>
          </a:xfrm>
          <a:prstGeom prst="rect">
            <a:avLst/>
          </a:prstGeom>
        </p:spPr>
        <p:txBody>
          <a:bodyPr wrap="square">
            <a:spAutoFit/>
          </a:bodyPr>
          <a:lstStyle/>
          <a:p>
            <a:pPr algn="r">
              <a:lnSpc>
                <a:spcPct val="150000"/>
              </a:lnSpc>
            </a:pPr>
            <a:r>
              <a:rPr lang="zh-CN" altLang="en-US" sz="1600" dirty="0">
                <a:gradFill>
                  <a:gsLst>
                    <a:gs pos="0">
                      <a:srgbClr val="FF0000"/>
                    </a:gs>
                    <a:gs pos="100000">
                      <a:srgbClr val="FF0000"/>
                    </a:gs>
                  </a:gsLst>
                  <a:lin ang="5400000" scaled="1"/>
                </a:gradFill>
                <a:latin typeface="微软雅黑" panose="020B0503020204020204" pitchFamily="34" charset="-122"/>
                <a:ea typeface="微软雅黑" panose="020B0503020204020204" pitchFamily="34" charset="-122"/>
              </a:rPr>
              <a:t> 经济效益二</a:t>
            </a:r>
            <a:endParaRPr lang="zh-CN" altLang="en-US" sz="1600" dirty="0">
              <a:gradFill>
                <a:gsLst>
                  <a:gs pos="0">
                    <a:srgbClr val="FF0000"/>
                  </a:gs>
                  <a:gs pos="100000">
                    <a:srgbClr val="FF0000"/>
                  </a:gs>
                </a:gsLst>
                <a:lin ang="5400000" scaled="1"/>
              </a:gradFill>
              <a:latin typeface="微软雅黑" panose="020B0503020204020204" pitchFamily="34" charset="-122"/>
              <a:ea typeface="微软雅黑" panose="020B0503020204020204" pitchFamily="34" charset="-122"/>
            </a:endParaRPr>
          </a:p>
        </p:txBody>
      </p:sp>
      <p:sp>
        <p:nvSpPr>
          <p:cNvPr id="9" name="矩形 8"/>
          <p:cNvSpPr/>
          <p:nvPr userDrawn="1"/>
        </p:nvSpPr>
        <p:spPr>
          <a:xfrm>
            <a:off x="7718495" y="4166364"/>
            <a:ext cx="3796171" cy="313932"/>
          </a:xfrm>
          <a:prstGeom prst="rect">
            <a:avLst/>
          </a:prstGeom>
        </p:spPr>
        <p:txBody>
          <a:bodyPr wrap="square">
            <a:spAutoFit/>
          </a:bodyPr>
          <a:lstStyle/>
          <a:p>
            <a:pPr algn="r">
              <a:lnSpc>
                <a:spcPct val="120000"/>
              </a:lnSpc>
              <a:spcAft>
                <a:spcPts val="600"/>
              </a:spcAft>
            </a:pPr>
            <a:r>
              <a:rPr lang="zh-CN" altLang="en-US" sz="1200" dirty="0">
                <a:gradFill>
                  <a:gsLst>
                    <a:gs pos="0">
                      <a:schemeClr val="tx1">
                        <a:lumMod val="85000"/>
                        <a:lumOff val="15000"/>
                      </a:schemeClr>
                    </a:gs>
                    <a:gs pos="100000">
                      <a:schemeClr val="tx1">
                        <a:lumMod val="85000"/>
                        <a:lumOff val="15000"/>
                      </a:schemeClr>
                    </a:gs>
                  </a:gsLst>
                  <a:lin ang="5400000" scaled="1"/>
                </a:gradFill>
                <a:latin typeface="微软雅黑" panose="020B0503020204020204" pitchFamily="34" charset="-122"/>
                <a:ea typeface="微软雅黑" panose="020B0503020204020204" pitchFamily="34" charset="-122"/>
              </a:rPr>
              <a:t>经济效益</a:t>
            </a:r>
            <a:endParaRPr lang="zh-CN" altLang="en-US" sz="1200" dirty="0">
              <a:gradFill>
                <a:gsLst>
                  <a:gs pos="0">
                    <a:schemeClr val="tx1">
                      <a:lumMod val="85000"/>
                      <a:lumOff val="15000"/>
                    </a:schemeClr>
                  </a:gs>
                  <a:gs pos="100000">
                    <a:schemeClr val="tx1">
                      <a:lumMod val="85000"/>
                      <a:lumOff val="15000"/>
                    </a:schemeClr>
                  </a:gs>
                </a:gsLst>
                <a:lin ang="5400000" scaled="1"/>
              </a:gradFill>
              <a:latin typeface="微软雅黑" panose="020B0503020204020204" pitchFamily="34" charset="-122"/>
              <a:ea typeface="微软雅黑" panose="020B0503020204020204" pitchFamily="34" charset="-122"/>
            </a:endParaRPr>
          </a:p>
        </p:txBody>
      </p:sp>
      <p:sp>
        <p:nvSpPr>
          <p:cNvPr id="10" name="矩形 9"/>
          <p:cNvSpPr/>
          <p:nvPr userDrawn="1"/>
        </p:nvSpPr>
        <p:spPr>
          <a:xfrm>
            <a:off x="551884" y="1699008"/>
            <a:ext cx="4485568" cy="612475"/>
          </a:xfrm>
          <a:prstGeom prst="rect">
            <a:avLst/>
          </a:prstGeom>
        </p:spPr>
        <p:txBody>
          <a:bodyPr wrap="square">
            <a:spAutoFit/>
          </a:bodyPr>
          <a:lstStyle/>
          <a:p>
            <a:pPr>
              <a:lnSpc>
                <a:spcPct val="120000"/>
              </a:lnSpc>
              <a:spcAft>
                <a:spcPts val="600"/>
              </a:spcAft>
            </a:pPr>
            <a:r>
              <a:rPr lang="zh-CN" altLang="en-US" sz="1200" dirty="0">
                <a:gradFill>
                  <a:gsLst>
                    <a:gs pos="0">
                      <a:schemeClr val="tx1">
                        <a:lumMod val="85000"/>
                        <a:lumOff val="15000"/>
                      </a:schemeClr>
                    </a:gs>
                    <a:gs pos="100000">
                      <a:schemeClr val="tx1">
                        <a:lumMod val="85000"/>
                        <a:lumOff val="15000"/>
                      </a:schemeClr>
                    </a:gs>
                  </a:gsLst>
                  <a:lin ang="5400000" scaled="1"/>
                </a:gradFill>
                <a:latin typeface="微软雅黑" panose="020B0503020204020204" pitchFamily="34" charset="-122"/>
                <a:ea typeface="微软雅黑" panose="020B0503020204020204" pitchFamily="34" charset="-122"/>
              </a:rPr>
              <a:t>社会效益</a:t>
            </a:r>
            <a:endParaRPr lang="en-US" altLang="zh-CN" sz="1200" dirty="0">
              <a:gradFill>
                <a:gsLst>
                  <a:gs pos="0">
                    <a:schemeClr val="tx1">
                      <a:lumMod val="85000"/>
                      <a:lumOff val="15000"/>
                    </a:schemeClr>
                  </a:gs>
                  <a:gs pos="100000">
                    <a:schemeClr val="tx1">
                      <a:lumMod val="85000"/>
                      <a:lumOff val="15000"/>
                    </a:schemeClr>
                  </a:gs>
                </a:gsLst>
                <a:lin ang="5400000" scaled="1"/>
              </a:gradFill>
              <a:latin typeface="微软雅黑" panose="020B0503020204020204" pitchFamily="34" charset="-122"/>
              <a:ea typeface="微软雅黑" panose="020B0503020204020204" pitchFamily="34" charset="-122"/>
            </a:endParaRPr>
          </a:p>
          <a:p>
            <a:pPr>
              <a:lnSpc>
                <a:spcPct val="120000"/>
              </a:lnSpc>
              <a:spcAft>
                <a:spcPts val="600"/>
              </a:spcAft>
            </a:pPr>
            <a:endParaRPr lang="en-US" altLang="zh-CN" sz="1200" dirty="0">
              <a:gradFill>
                <a:gsLst>
                  <a:gs pos="0">
                    <a:schemeClr val="tx1">
                      <a:lumMod val="85000"/>
                      <a:lumOff val="15000"/>
                    </a:schemeClr>
                  </a:gs>
                  <a:gs pos="100000">
                    <a:schemeClr val="tx1">
                      <a:lumMod val="85000"/>
                      <a:lumOff val="15000"/>
                    </a:schemeClr>
                  </a:gs>
                </a:gsLst>
                <a:lin ang="5400000" scaled="1"/>
              </a:gradFill>
              <a:latin typeface="微软雅黑" panose="020B0503020204020204" pitchFamily="34" charset="-122"/>
              <a:ea typeface="微软雅黑" panose="020B0503020204020204" pitchFamily="34" charset="-122"/>
            </a:endParaRPr>
          </a:p>
        </p:txBody>
      </p:sp>
      <p:sp>
        <p:nvSpPr>
          <p:cNvPr id="11" name="矩形 10"/>
          <p:cNvSpPr/>
          <p:nvPr userDrawn="1"/>
        </p:nvSpPr>
        <p:spPr>
          <a:xfrm>
            <a:off x="569147" y="1178146"/>
            <a:ext cx="1210588" cy="461665"/>
          </a:xfrm>
          <a:prstGeom prst="rect">
            <a:avLst/>
          </a:prstGeom>
        </p:spPr>
        <p:txBody>
          <a:bodyPr wrap="none">
            <a:spAutoFit/>
          </a:bodyPr>
          <a:lstStyle/>
          <a:p>
            <a:pPr>
              <a:lnSpc>
                <a:spcPct val="150000"/>
              </a:lnSpc>
            </a:pPr>
            <a:r>
              <a:rPr lang="zh-CN" altLang="en-US" sz="1600" dirty="0">
                <a:gradFill>
                  <a:gsLst>
                    <a:gs pos="0">
                      <a:srgbClr val="FF0000"/>
                    </a:gs>
                    <a:gs pos="100000">
                      <a:srgbClr val="FF0000"/>
                    </a:gs>
                  </a:gsLst>
                  <a:lin ang="5400000" scaled="1"/>
                </a:gradFill>
                <a:latin typeface="微软雅黑" panose="020B0503020204020204" pitchFamily="34" charset="-122"/>
                <a:ea typeface="微软雅黑" panose="020B0503020204020204" pitchFamily="34" charset="-122"/>
              </a:rPr>
              <a:t>社会效益一</a:t>
            </a:r>
            <a:endParaRPr lang="zh-CN" altLang="zh-CN" sz="1600" dirty="0">
              <a:gradFill>
                <a:gsLst>
                  <a:gs pos="0">
                    <a:srgbClr val="FF0000"/>
                  </a:gs>
                  <a:gs pos="100000">
                    <a:srgbClr val="FF0000"/>
                  </a:gs>
                </a:gsLst>
                <a:lin ang="5400000" scaled="1"/>
              </a:gradFill>
              <a:latin typeface="微软雅黑" panose="020B0503020204020204" pitchFamily="34" charset="-122"/>
              <a:ea typeface="微软雅黑" panose="020B0503020204020204" pitchFamily="34" charset="-122"/>
            </a:endParaRPr>
          </a:p>
        </p:txBody>
      </p:sp>
      <p:sp>
        <p:nvSpPr>
          <p:cNvPr id="12" name="矩形 11"/>
          <p:cNvSpPr/>
          <p:nvPr userDrawn="1"/>
        </p:nvSpPr>
        <p:spPr>
          <a:xfrm>
            <a:off x="551884" y="4163285"/>
            <a:ext cx="3614600" cy="313932"/>
          </a:xfrm>
          <a:prstGeom prst="rect">
            <a:avLst/>
          </a:prstGeom>
        </p:spPr>
        <p:txBody>
          <a:bodyPr wrap="square">
            <a:spAutoFit/>
          </a:bodyPr>
          <a:lstStyle/>
          <a:p>
            <a:pPr>
              <a:lnSpc>
                <a:spcPct val="120000"/>
              </a:lnSpc>
              <a:spcAft>
                <a:spcPts val="600"/>
              </a:spcAft>
            </a:pPr>
            <a:r>
              <a:rPr lang="zh-CN" altLang="en-US" sz="1200" dirty="0">
                <a:gradFill>
                  <a:gsLst>
                    <a:gs pos="0">
                      <a:schemeClr val="tx1">
                        <a:lumMod val="85000"/>
                        <a:lumOff val="15000"/>
                      </a:schemeClr>
                    </a:gs>
                    <a:gs pos="100000">
                      <a:schemeClr val="tx1">
                        <a:lumMod val="85000"/>
                        <a:lumOff val="15000"/>
                      </a:schemeClr>
                    </a:gs>
                  </a:gsLst>
                  <a:lin ang="5400000" scaled="1"/>
                </a:gradFill>
                <a:latin typeface="微软雅黑" panose="020B0503020204020204" pitchFamily="34" charset="-122"/>
                <a:ea typeface="微软雅黑" panose="020B0503020204020204" pitchFamily="34" charset="-122"/>
              </a:rPr>
              <a:t>社会效益</a:t>
            </a:r>
            <a:endParaRPr lang="zh-CN" altLang="zh-CN" sz="1200" dirty="0">
              <a:gradFill>
                <a:gsLst>
                  <a:gs pos="0">
                    <a:schemeClr val="tx1">
                      <a:lumMod val="85000"/>
                      <a:lumOff val="15000"/>
                    </a:schemeClr>
                  </a:gs>
                  <a:gs pos="100000">
                    <a:schemeClr val="tx1">
                      <a:lumMod val="85000"/>
                      <a:lumOff val="15000"/>
                    </a:schemeClr>
                  </a:gs>
                </a:gsLst>
                <a:lin ang="5400000" scaled="1"/>
              </a:gradFill>
              <a:latin typeface="微软雅黑" panose="020B0503020204020204" pitchFamily="34" charset="-122"/>
              <a:ea typeface="微软雅黑" panose="020B0503020204020204" pitchFamily="34" charset="-122"/>
            </a:endParaRPr>
          </a:p>
        </p:txBody>
      </p:sp>
      <p:sp>
        <p:nvSpPr>
          <p:cNvPr id="13" name="矩形 12"/>
          <p:cNvSpPr/>
          <p:nvPr userDrawn="1"/>
        </p:nvSpPr>
        <p:spPr>
          <a:xfrm>
            <a:off x="533914" y="3586203"/>
            <a:ext cx="1210588" cy="461665"/>
          </a:xfrm>
          <a:prstGeom prst="rect">
            <a:avLst/>
          </a:prstGeom>
        </p:spPr>
        <p:txBody>
          <a:bodyPr wrap="none">
            <a:spAutoFit/>
          </a:bodyPr>
          <a:lstStyle/>
          <a:p>
            <a:pPr>
              <a:lnSpc>
                <a:spcPct val="150000"/>
              </a:lnSpc>
            </a:pPr>
            <a:r>
              <a:rPr lang="zh-CN" altLang="en-US" sz="1600" dirty="0">
                <a:gradFill>
                  <a:gsLst>
                    <a:gs pos="0">
                      <a:srgbClr val="FF0000"/>
                    </a:gs>
                    <a:gs pos="100000">
                      <a:srgbClr val="FF0000"/>
                    </a:gs>
                  </a:gsLst>
                  <a:lin ang="5400000" scaled="1"/>
                </a:gradFill>
                <a:latin typeface="微软雅黑" panose="020B0503020204020204" pitchFamily="34" charset="-122"/>
                <a:ea typeface="微软雅黑" panose="020B0503020204020204" pitchFamily="34" charset="-122"/>
              </a:rPr>
              <a:t>社会效益二</a:t>
            </a:r>
            <a:endParaRPr lang="zh-CN" altLang="zh-CN" sz="1600" dirty="0">
              <a:gradFill>
                <a:gsLst>
                  <a:gs pos="0">
                    <a:srgbClr val="FF0000"/>
                  </a:gs>
                  <a:gs pos="100000">
                    <a:srgbClr val="FF0000"/>
                  </a:gs>
                </a:gsLst>
                <a:lin ang="5400000" scaled="1"/>
              </a:gradFill>
              <a:latin typeface="微软雅黑" panose="020B0503020204020204" pitchFamily="34" charset="-122"/>
              <a:ea typeface="微软雅黑" panose="020B0503020204020204" pitchFamily="34" charset="-122"/>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showMasterSp="0" userDrawn="1">
  <p:cSld name="20_自定义版式">
    <p:spTree>
      <p:nvGrpSpPr>
        <p:cNvPr id="1" name=""/>
        <p:cNvGrpSpPr/>
        <p:nvPr/>
      </p:nvGrpSpPr>
      <p:grpSpPr>
        <a:xfrm>
          <a:off x="0" y="0"/>
          <a:ext cx="0" cy="0"/>
          <a:chOff x="0" y="0"/>
          <a:chExt cx="0" cy="0"/>
        </a:xfrm>
      </p:grpSpPr>
      <p:grpSp>
        <p:nvGrpSpPr>
          <p:cNvPr id="3" name="组合 2"/>
          <p:cNvGrpSpPr/>
          <p:nvPr userDrawn="1"/>
        </p:nvGrpSpPr>
        <p:grpSpPr>
          <a:xfrm>
            <a:off x="635393" y="1358770"/>
            <a:ext cx="10814755" cy="4871738"/>
            <a:chOff x="491067" y="1029377"/>
            <a:chExt cx="8111066" cy="5281662"/>
          </a:xfrm>
        </p:grpSpPr>
        <p:sp>
          <p:nvSpPr>
            <p:cNvPr id="4" name="圆角矩形 3"/>
            <p:cNvSpPr/>
            <p:nvPr/>
          </p:nvSpPr>
          <p:spPr>
            <a:xfrm>
              <a:off x="694268" y="2896936"/>
              <a:ext cx="7704666" cy="351802"/>
            </a:xfrm>
            <a:prstGeom prst="roundRect">
              <a:avLst/>
            </a:prstGeom>
            <a:solidFill>
              <a:srgbClr val="0971CE"/>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r>
                <a:rPr lang="zh-CN" altLang="en-US" sz="1600" dirty="0">
                  <a:ln w="11430"/>
                  <a:solidFill>
                    <a:schemeClr val="bg1"/>
                  </a:solidFill>
                  <a:latin typeface="微软雅黑" panose="020B0503020204020204" pitchFamily="34" charset="-122"/>
                  <a:ea typeface="微软雅黑" panose="020B0503020204020204" pitchFamily="34" charset="-122"/>
                </a:rPr>
                <a:t>      </a:t>
              </a:r>
              <a:r>
                <a:rPr lang="zh-CN" altLang="en-US" sz="1800" b="1" dirty="0">
                  <a:ln w="11430"/>
                  <a:solidFill>
                    <a:schemeClr val="bg1"/>
                  </a:solidFill>
                  <a:latin typeface="微软雅黑" panose="020B0503020204020204" pitchFamily="34" charset="-122"/>
                  <a:ea typeface="微软雅黑" panose="020B0503020204020204" pitchFamily="34" charset="-122"/>
                </a:rPr>
                <a:t>知识计算</a:t>
              </a:r>
              <a:endParaRPr lang="zh-CN" altLang="en-US" sz="1800" b="1" dirty="0">
                <a:ln w="11430"/>
                <a:solidFill>
                  <a:schemeClr val="bg1"/>
                </a:solidFill>
                <a:latin typeface="微软雅黑" panose="020B0503020204020204" pitchFamily="34" charset="-122"/>
                <a:ea typeface="微软雅黑" panose="020B0503020204020204" pitchFamily="34" charset="-122"/>
              </a:endParaRPr>
            </a:p>
          </p:txBody>
        </p:sp>
        <p:sp>
          <p:nvSpPr>
            <p:cNvPr id="5" name="矩形 4"/>
            <p:cNvSpPr/>
            <p:nvPr/>
          </p:nvSpPr>
          <p:spPr>
            <a:xfrm flipH="1">
              <a:off x="491067" y="1029377"/>
              <a:ext cx="8111066" cy="761323"/>
            </a:xfrm>
            <a:prstGeom prst="rect">
              <a:avLst/>
            </a:prstGeom>
            <a:noFill/>
            <a:ln w="6350">
              <a:solidFill>
                <a:srgbClr val="003F9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50">
                <a:solidFill>
                  <a:schemeClr val="tx1"/>
                </a:solidFill>
                <a:latin typeface="等线" panose="02010600030101010101" charset="-122"/>
                <a:ea typeface="等线" panose="02010600030101010101" charset="-122"/>
              </a:endParaRPr>
            </a:p>
          </p:txBody>
        </p:sp>
        <p:sp>
          <p:nvSpPr>
            <p:cNvPr id="6" name="圆角矩形 5"/>
            <p:cNvSpPr/>
            <p:nvPr/>
          </p:nvSpPr>
          <p:spPr>
            <a:xfrm>
              <a:off x="3828493" y="1430194"/>
              <a:ext cx="1440000" cy="242391"/>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r>
                <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rPr>
                <a:t>个性化推荐</a:t>
              </a:r>
              <a:endPar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7" name="圆角矩形 6"/>
            <p:cNvSpPr/>
            <p:nvPr/>
          </p:nvSpPr>
          <p:spPr>
            <a:xfrm>
              <a:off x="5395606" y="1427558"/>
              <a:ext cx="1440000" cy="250774"/>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r>
                <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rPr>
                <a:t>知识问答</a:t>
              </a:r>
              <a:endPar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8" name="圆角矩形 7"/>
            <p:cNvSpPr/>
            <p:nvPr/>
          </p:nvSpPr>
          <p:spPr>
            <a:xfrm>
              <a:off x="694267" y="1438576"/>
              <a:ext cx="1440000" cy="242391"/>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r>
                <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rPr>
                <a:t>知识推理</a:t>
              </a:r>
              <a:endPar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9" name="圆角矩形 8"/>
            <p:cNvSpPr/>
            <p:nvPr/>
          </p:nvSpPr>
          <p:spPr>
            <a:xfrm>
              <a:off x="2261380" y="1430194"/>
              <a:ext cx="1440000" cy="250774"/>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r>
                <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rPr>
                <a:t>语义搜索</a:t>
              </a:r>
              <a:endPar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10" name="圆角矩形 9"/>
            <p:cNvSpPr/>
            <p:nvPr/>
          </p:nvSpPr>
          <p:spPr>
            <a:xfrm>
              <a:off x="694268" y="1075756"/>
              <a:ext cx="7704666" cy="272901"/>
            </a:xfrm>
            <a:prstGeom prst="roundRect">
              <a:avLst/>
            </a:prstGeom>
            <a:solidFill>
              <a:srgbClr val="0971CE"/>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r>
                <a:rPr lang="zh-CN" altLang="en-US" sz="1800" b="1" dirty="0">
                  <a:ln w="11430"/>
                  <a:solidFill>
                    <a:schemeClr val="bg1"/>
                  </a:solidFill>
                  <a:latin typeface="微软雅黑" panose="020B0503020204020204" pitchFamily="34" charset="-122"/>
                  <a:ea typeface="微软雅黑" panose="020B0503020204020204" pitchFamily="34" charset="-122"/>
                </a:rPr>
                <a:t>知识服务与应用</a:t>
              </a:r>
              <a:endParaRPr lang="zh-CN" altLang="en-US" sz="1800" b="1" dirty="0">
                <a:ln w="11430"/>
                <a:solidFill>
                  <a:schemeClr val="bg1"/>
                </a:solidFill>
                <a:latin typeface="微软雅黑" panose="020B0503020204020204" pitchFamily="34" charset="-122"/>
                <a:ea typeface="微软雅黑" panose="020B0503020204020204" pitchFamily="34" charset="-122"/>
              </a:endParaRPr>
            </a:p>
          </p:txBody>
        </p:sp>
        <p:sp>
          <p:nvSpPr>
            <p:cNvPr id="11" name="右箭头 10"/>
            <p:cNvSpPr/>
            <p:nvPr/>
          </p:nvSpPr>
          <p:spPr>
            <a:xfrm rot="16200000">
              <a:off x="6176656" y="1730625"/>
              <a:ext cx="174938" cy="120149"/>
            </a:xfrm>
            <a:prstGeom prst="rightArrow">
              <a:avLst/>
            </a:prstGeom>
            <a:solidFill>
              <a:srgbClr val="003F9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solidFill>
                <a:effectLst/>
                <a:uLnTx/>
                <a:uFillTx/>
                <a:latin typeface="等线" panose="02010600030101010101" charset="-122"/>
                <a:ea typeface="等线" panose="02010600030101010101" charset="-122"/>
                <a:cs typeface="+mn-cs"/>
              </a:endParaRPr>
            </a:p>
          </p:txBody>
        </p:sp>
        <p:sp>
          <p:nvSpPr>
            <p:cNvPr id="12" name="圆角矩形 11"/>
            <p:cNvSpPr/>
            <p:nvPr/>
          </p:nvSpPr>
          <p:spPr>
            <a:xfrm>
              <a:off x="6962718" y="1427558"/>
              <a:ext cx="1440000" cy="250774"/>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r>
                <a:rPr lang="en-US" altLang="zh-CN" sz="1200" dirty="0">
                  <a:solidFill>
                    <a:schemeClr val="tx1">
                      <a:lumMod val="95000"/>
                      <a:lumOff val="5000"/>
                    </a:schemeClr>
                  </a:solidFill>
                </a:rPr>
                <a:t>……</a:t>
              </a:r>
              <a:endParaRPr lang="zh-CN" altLang="en-US" sz="1200" dirty="0">
                <a:solidFill>
                  <a:schemeClr val="tx1">
                    <a:lumMod val="95000"/>
                    <a:lumOff val="5000"/>
                  </a:schemeClr>
                </a:solidFill>
              </a:endParaRPr>
            </a:p>
          </p:txBody>
        </p:sp>
        <p:sp>
          <p:nvSpPr>
            <p:cNvPr id="13" name="矩形 12"/>
            <p:cNvSpPr/>
            <p:nvPr/>
          </p:nvSpPr>
          <p:spPr>
            <a:xfrm flipH="1">
              <a:off x="491067" y="1878169"/>
              <a:ext cx="8111066" cy="887891"/>
            </a:xfrm>
            <a:prstGeom prst="rect">
              <a:avLst/>
            </a:prstGeom>
            <a:noFill/>
            <a:ln w="6350">
              <a:solidFill>
                <a:srgbClr val="003F9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50">
                <a:solidFill>
                  <a:schemeClr val="tx1"/>
                </a:solidFill>
                <a:latin typeface="等线" panose="02010600030101010101" charset="-122"/>
                <a:ea typeface="等线" panose="02010600030101010101" charset="-122"/>
              </a:endParaRPr>
            </a:p>
          </p:txBody>
        </p:sp>
        <p:sp>
          <p:nvSpPr>
            <p:cNvPr id="14" name="圆角矩形 13"/>
            <p:cNvSpPr/>
            <p:nvPr/>
          </p:nvSpPr>
          <p:spPr>
            <a:xfrm>
              <a:off x="679542" y="1933310"/>
              <a:ext cx="3148951" cy="732932"/>
            </a:xfrm>
            <a:prstGeom prst="roundRect">
              <a:avLst/>
            </a:prstGeom>
            <a:solidFill>
              <a:srgbClr val="0971CE"/>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r>
                <a:rPr lang="zh-CN" altLang="en-US" sz="1800" b="1" dirty="0">
                  <a:ln w="11430"/>
                  <a:solidFill>
                    <a:schemeClr val="bg1"/>
                  </a:solidFill>
                  <a:latin typeface="微软雅黑" panose="020B0503020204020204" pitchFamily="34" charset="-122"/>
                  <a:ea typeface="微软雅黑" panose="020B0503020204020204" pitchFamily="34" charset="-122"/>
                </a:rPr>
                <a:t>知识存储</a:t>
              </a:r>
              <a:endParaRPr lang="zh-CN" altLang="en-US" sz="1800" b="1" dirty="0">
                <a:ln w="11430"/>
                <a:solidFill>
                  <a:schemeClr val="bg1"/>
                </a:solidFill>
                <a:latin typeface="微软雅黑" panose="020B0503020204020204" pitchFamily="34" charset="-122"/>
                <a:ea typeface="微软雅黑" panose="020B0503020204020204" pitchFamily="34" charset="-122"/>
              </a:endParaRPr>
            </a:p>
          </p:txBody>
        </p:sp>
        <p:sp>
          <p:nvSpPr>
            <p:cNvPr id="15" name="圆角矩形 14"/>
            <p:cNvSpPr/>
            <p:nvPr/>
          </p:nvSpPr>
          <p:spPr>
            <a:xfrm>
              <a:off x="6116600" y="2056521"/>
              <a:ext cx="2282334" cy="242391"/>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r>
                <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rPr>
                <a:t>显式知识存储：</a:t>
              </a:r>
              <a:r>
                <a:rPr lang="en-US" altLang="zh-CN" sz="1200" dirty="0">
                  <a:ln w="11430"/>
                  <a:solidFill>
                    <a:schemeClr val="tx1">
                      <a:lumMod val="95000"/>
                      <a:lumOff val="5000"/>
                    </a:schemeClr>
                  </a:solidFill>
                  <a:latin typeface="微软雅黑" panose="020B0503020204020204" pitchFamily="34" charset="-122"/>
                  <a:ea typeface="微软雅黑" panose="020B0503020204020204" pitchFamily="34" charset="-122"/>
                </a:rPr>
                <a:t>GDB</a:t>
              </a:r>
              <a:endPar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16" name="圆角矩形 15"/>
            <p:cNvSpPr/>
            <p:nvPr/>
          </p:nvSpPr>
          <p:spPr>
            <a:xfrm>
              <a:off x="6116600" y="2344974"/>
              <a:ext cx="2282334" cy="321173"/>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r>
                <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rPr>
                <a:t>隐式知识存储：</a:t>
              </a:r>
              <a:endParaRPr lang="en-US" altLang="zh-CN" sz="1200" dirty="0">
                <a:ln w="11430"/>
                <a:solidFill>
                  <a:schemeClr val="tx1">
                    <a:lumMod val="95000"/>
                    <a:lumOff val="5000"/>
                  </a:schemeClr>
                </a:solidFill>
                <a:latin typeface="微软雅黑" panose="020B0503020204020204" pitchFamily="34" charset="-122"/>
                <a:ea typeface="微软雅黑" panose="020B0503020204020204" pitchFamily="34" charset="-122"/>
              </a:endParaRPr>
            </a:p>
            <a:p>
              <a:pPr algn="ctr"/>
              <a:r>
                <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rPr>
                <a:t>关系数据库</a:t>
              </a:r>
              <a:endPar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cxnSp>
          <p:nvCxnSpPr>
            <p:cNvPr id="17" name="直接箭头连接符 16"/>
            <p:cNvCxnSpPr>
              <a:endCxn id="15" idx="1"/>
            </p:cNvCxnSpPr>
            <p:nvPr/>
          </p:nvCxnSpPr>
          <p:spPr>
            <a:xfrm>
              <a:off x="3828493" y="2177717"/>
              <a:ext cx="2288107" cy="0"/>
            </a:xfrm>
            <a:prstGeom prst="straightConnector1">
              <a:avLst/>
            </a:prstGeom>
            <a:noFill/>
            <a:ln w="12700">
              <a:solidFill>
                <a:srgbClr val="003F98"/>
              </a:solidFill>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18" name="肘形连接符 17"/>
            <p:cNvCxnSpPr>
              <a:stCxn id="16" idx="1"/>
              <a:endCxn id="14" idx="3"/>
            </p:cNvCxnSpPr>
            <p:nvPr/>
          </p:nvCxnSpPr>
          <p:spPr>
            <a:xfrm rot="10800000">
              <a:off x="3828769" y="2300054"/>
              <a:ext cx="2287905" cy="205841"/>
            </a:xfrm>
            <a:prstGeom prst="bentConnector3">
              <a:avLst>
                <a:gd name="adj1" fmla="val 49980"/>
              </a:avLst>
            </a:prstGeom>
            <a:noFill/>
            <a:ln w="12700">
              <a:solidFill>
                <a:srgbClr val="003F98"/>
              </a:solidFill>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19" name="肘形连接符 18"/>
            <p:cNvCxnSpPr>
              <a:stCxn id="15" idx="0"/>
            </p:cNvCxnSpPr>
            <p:nvPr/>
          </p:nvCxnSpPr>
          <p:spPr>
            <a:xfrm rot="16200000" flipV="1">
              <a:off x="5488244" y="286997"/>
              <a:ext cx="109745" cy="3429303"/>
            </a:xfrm>
            <a:prstGeom prst="bentConnector2">
              <a:avLst/>
            </a:prstGeom>
            <a:noFill/>
            <a:ln w="12700">
              <a:solidFill>
                <a:srgbClr val="003F98"/>
              </a:solidFill>
              <a:tailEnd type="arrow"/>
            </a:ln>
          </p:spPr>
          <p:style>
            <a:lnRef idx="2">
              <a:schemeClr val="accent1">
                <a:shade val="50000"/>
              </a:schemeClr>
            </a:lnRef>
            <a:fillRef idx="1">
              <a:schemeClr val="accent1"/>
            </a:fillRef>
            <a:effectRef idx="0">
              <a:schemeClr val="accent1"/>
            </a:effectRef>
            <a:fontRef idx="minor">
              <a:schemeClr val="lt1"/>
            </a:fontRef>
          </p:style>
        </p:cxnSp>
        <p:sp>
          <p:nvSpPr>
            <p:cNvPr id="20" name="矩形 19"/>
            <p:cNvSpPr/>
            <p:nvPr/>
          </p:nvSpPr>
          <p:spPr>
            <a:xfrm flipH="1">
              <a:off x="491067" y="2850557"/>
              <a:ext cx="8111066" cy="898483"/>
            </a:xfrm>
            <a:prstGeom prst="rect">
              <a:avLst/>
            </a:prstGeom>
            <a:noFill/>
            <a:ln w="6350">
              <a:solidFill>
                <a:srgbClr val="003F9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50">
                <a:solidFill>
                  <a:schemeClr val="tx1"/>
                </a:solidFill>
                <a:latin typeface="等线" panose="02010600030101010101" charset="-122"/>
                <a:ea typeface="等线" panose="02010600030101010101" charset="-122"/>
              </a:endParaRPr>
            </a:p>
          </p:txBody>
        </p:sp>
        <p:sp>
          <p:nvSpPr>
            <p:cNvPr id="21" name="圆角矩形 20"/>
            <p:cNvSpPr/>
            <p:nvPr/>
          </p:nvSpPr>
          <p:spPr>
            <a:xfrm>
              <a:off x="6446468" y="2941456"/>
              <a:ext cx="1800000" cy="242391"/>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r>
                <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rPr>
                <a:t>实例计算</a:t>
              </a:r>
              <a:endPar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22" name="圆角矩形 21"/>
            <p:cNvSpPr/>
            <p:nvPr/>
          </p:nvSpPr>
          <p:spPr>
            <a:xfrm>
              <a:off x="694269" y="3309698"/>
              <a:ext cx="2829596" cy="386002"/>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r>
                <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rPr>
                <a:t>隐式知识</a:t>
              </a:r>
              <a:endParaRPr lang="en-US" altLang="zh-CN" sz="1200" dirty="0">
                <a:ln w="11430"/>
                <a:solidFill>
                  <a:schemeClr val="tx1">
                    <a:lumMod val="95000"/>
                    <a:lumOff val="5000"/>
                  </a:schemeClr>
                </a:solidFill>
                <a:latin typeface="微软雅黑" panose="020B0503020204020204" pitchFamily="34" charset="-122"/>
                <a:ea typeface="微软雅黑" panose="020B0503020204020204" pitchFamily="34" charset="-122"/>
              </a:endParaRPr>
            </a:p>
            <a:p>
              <a:pPr algn="ctr">
                <a:lnSpc>
                  <a:spcPct val="120000"/>
                </a:lnSpc>
              </a:pPr>
              <a:r>
                <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rPr>
                <a:t>显式知识</a:t>
              </a:r>
              <a:endPar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23" name="圆角矩形 22"/>
            <p:cNvSpPr/>
            <p:nvPr/>
          </p:nvSpPr>
          <p:spPr>
            <a:xfrm>
              <a:off x="2623864" y="2949838"/>
              <a:ext cx="1800000" cy="242391"/>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r>
                <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rPr>
                <a:t>属性计算</a:t>
              </a:r>
              <a:endPar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24" name="圆角矩形 23"/>
            <p:cNvSpPr/>
            <p:nvPr/>
          </p:nvSpPr>
          <p:spPr>
            <a:xfrm>
              <a:off x="4535166" y="2941456"/>
              <a:ext cx="1800000" cy="250774"/>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r>
                <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rPr>
                <a:t>关系计算</a:t>
              </a:r>
              <a:endPar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pic>
          <p:nvPicPr>
            <p:cNvPr id="25" name="图片 2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36932" y="3324099"/>
              <a:ext cx="355193" cy="355193"/>
            </a:xfrm>
            <a:prstGeom prst="rect">
              <a:avLst/>
            </a:prstGeom>
          </p:spPr>
        </p:pic>
        <p:sp>
          <p:nvSpPr>
            <p:cNvPr id="26" name="矩形 25"/>
            <p:cNvSpPr/>
            <p:nvPr/>
          </p:nvSpPr>
          <p:spPr>
            <a:xfrm>
              <a:off x="7241827" y="3361167"/>
              <a:ext cx="449580" cy="300307"/>
            </a:xfrm>
            <a:prstGeom prst="rect">
              <a:avLst/>
            </a:prstGeom>
          </p:spPr>
          <p:txBody>
            <a:bodyPr wrap="square">
              <a:spAutoFit/>
            </a:bodyPr>
            <a:lstStyle/>
            <a:p>
              <a:pPr algn="ctr">
                <a:lnSpc>
                  <a:spcPct val="120000"/>
                </a:lnSpc>
              </a:pPr>
              <a:r>
                <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rPr>
                <a:t>专家</a:t>
              </a:r>
              <a:endPar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cxnSp>
          <p:nvCxnSpPr>
            <p:cNvPr id="27" name="直接连接符 26"/>
            <p:cNvCxnSpPr>
              <a:endCxn id="22" idx="3"/>
            </p:cNvCxnSpPr>
            <p:nvPr/>
          </p:nvCxnSpPr>
          <p:spPr>
            <a:xfrm>
              <a:off x="797599" y="3502699"/>
              <a:ext cx="2726266" cy="0"/>
            </a:xfrm>
            <a:prstGeom prst="line">
              <a:avLst/>
            </a:prstGeom>
            <a:ln w="12700">
              <a:solidFill>
                <a:srgbClr val="003F98"/>
              </a:solidFill>
              <a:prstDash val="dash"/>
            </a:ln>
          </p:spPr>
          <p:style>
            <a:lnRef idx="1">
              <a:schemeClr val="accent1"/>
            </a:lnRef>
            <a:fillRef idx="0">
              <a:schemeClr val="accent1"/>
            </a:fillRef>
            <a:effectRef idx="0">
              <a:schemeClr val="accent1"/>
            </a:effectRef>
            <a:fontRef idx="minor">
              <a:schemeClr val="tx1"/>
            </a:fontRef>
          </p:style>
        </p:cxnSp>
        <p:sp>
          <p:nvSpPr>
            <p:cNvPr id="28" name="矩形 27"/>
            <p:cNvSpPr/>
            <p:nvPr/>
          </p:nvSpPr>
          <p:spPr>
            <a:xfrm>
              <a:off x="5162667" y="3257463"/>
              <a:ext cx="1527245" cy="340347"/>
            </a:xfrm>
            <a:prstGeom prst="rect">
              <a:avLst/>
            </a:prstGeom>
          </p:spPr>
          <p:txBody>
            <a:bodyPr wrap="square">
              <a:spAutoFit/>
            </a:bodyPr>
            <a:lstStyle/>
            <a:p>
              <a:pPr algn="ctr">
                <a:lnSpc>
                  <a:spcPct val="120000"/>
                </a:lnSpc>
              </a:pPr>
              <a:r>
                <a:rPr lang="zh-CN" altLang="en-US" sz="1200" dirty="0">
                  <a:ln w="11430"/>
                  <a:solidFill>
                    <a:srgbClr val="FF0000"/>
                  </a:solidFill>
                  <a:latin typeface="微软雅黑" panose="020B0503020204020204" pitchFamily="34" charset="-122"/>
                  <a:ea typeface="微软雅黑" panose="020B0503020204020204" pitchFamily="34" charset="-122"/>
                </a:rPr>
                <a:t>知识验证与确认</a:t>
              </a:r>
              <a:endParaRPr lang="zh-CN" altLang="en-US" sz="1200" dirty="0">
                <a:ln w="11430"/>
                <a:solidFill>
                  <a:srgbClr val="FF0000"/>
                </a:solidFill>
                <a:latin typeface="微软雅黑" panose="020B0503020204020204" pitchFamily="34" charset="-122"/>
                <a:ea typeface="微软雅黑" panose="020B0503020204020204" pitchFamily="34" charset="-122"/>
              </a:endParaRPr>
            </a:p>
          </p:txBody>
        </p:sp>
        <p:sp>
          <p:nvSpPr>
            <p:cNvPr id="29" name="右箭头 28"/>
            <p:cNvSpPr/>
            <p:nvPr/>
          </p:nvSpPr>
          <p:spPr>
            <a:xfrm rot="16200000">
              <a:off x="6176656" y="2708781"/>
              <a:ext cx="174938" cy="120149"/>
            </a:xfrm>
            <a:prstGeom prst="rightArrow">
              <a:avLst/>
            </a:prstGeom>
            <a:solidFill>
              <a:srgbClr val="003F9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solidFill>
                <a:effectLst/>
                <a:uLnTx/>
                <a:uFillTx/>
                <a:latin typeface="等线" panose="02010600030101010101" charset="-122"/>
                <a:ea typeface="等线" panose="02010600030101010101" charset="-122"/>
                <a:cs typeface="+mn-cs"/>
              </a:endParaRPr>
            </a:p>
          </p:txBody>
        </p:sp>
        <p:sp>
          <p:nvSpPr>
            <p:cNvPr id="30" name="右箭头 29"/>
            <p:cNvSpPr/>
            <p:nvPr/>
          </p:nvSpPr>
          <p:spPr>
            <a:xfrm rot="5400000" flipV="1">
              <a:off x="4993873" y="3239723"/>
              <a:ext cx="174938" cy="120149"/>
            </a:xfrm>
            <a:prstGeom prst="rightArrow">
              <a:avLst/>
            </a:prstGeom>
            <a:solidFill>
              <a:srgbClr val="003F9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solidFill>
                <a:effectLst/>
                <a:uLnTx/>
                <a:uFillTx/>
                <a:latin typeface="等线" panose="02010600030101010101" charset="-122"/>
                <a:ea typeface="等线" panose="02010600030101010101" charset="-122"/>
                <a:cs typeface="+mn-cs"/>
              </a:endParaRPr>
            </a:p>
          </p:txBody>
        </p:sp>
        <p:sp>
          <p:nvSpPr>
            <p:cNvPr id="31" name="右箭头 30"/>
            <p:cNvSpPr/>
            <p:nvPr/>
          </p:nvSpPr>
          <p:spPr>
            <a:xfrm rot="16200000">
              <a:off x="4993873" y="3723771"/>
              <a:ext cx="174938" cy="120149"/>
            </a:xfrm>
            <a:prstGeom prst="rightArrow">
              <a:avLst/>
            </a:prstGeom>
            <a:solidFill>
              <a:srgbClr val="003F9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solidFill>
                <a:effectLst/>
                <a:uLnTx/>
                <a:uFillTx/>
                <a:latin typeface="等线" panose="02010600030101010101" charset="-122"/>
                <a:ea typeface="等线" panose="02010600030101010101" charset="-122"/>
                <a:cs typeface="+mn-cs"/>
              </a:endParaRPr>
            </a:p>
          </p:txBody>
        </p:sp>
        <p:sp>
          <p:nvSpPr>
            <p:cNvPr id="32" name="矩形 31"/>
            <p:cNvSpPr/>
            <p:nvPr/>
          </p:nvSpPr>
          <p:spPr>
            <a:xfrm flipH="1">
              <a:off x="491067" y="3837020"/>
              <a:ext cx="8111066" cy="2380900"/>
            </a:xfrm>
            <a:prstGeom prst="rect">
              <a:avLst/>
            </a:prstGeom>
            <a:noFill/>
            <a:ln w="6350">
              <a:solidFill>
                <a:srgbClr val="003F9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50">
                <a:solidFill>
                  <a:schemeClr val="tx1"/>
                </a:solidFill>
                <a:latin typeface="等线" panose="02010600030101010101" charset="-122"/>
                <a:ea typeface="等线" panose="02010600030101010101" charset="-122"/>
              </a:endParaRPr>
            </a:p>
          </p:txBody>
        </p:sp>
        <p:sp>
          <p:nvSpPr>
            <p:cNvPr id="33" name="圆角矩形 32"/>
            <p:cNvSpPr/>
            <p:nvPr/>
          </p:nvSpPr>
          <p:spPr>
            <a:xfrm>
              <a:off x="679542" y="3883399"/>
              <a:ext cx="7723176" cy="272901"/>
            </a:xfrm>
            <a:prstGeom prst="roundRect">
              <a:avLst/>
            </a:prstGeom>
            <a:solidFill>
              <a:srgbClr val="0971CE"/>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r>
                <a:rPr lang="zh-CN" altLang="en-US" sz="1800" b="1" dirty="0">
                  <a:ln w="11430"/>
                  <a:solidFill>
                    <a:schemeClr val="bg1"/>
                  </a:solidFill>
                  <a:latin typeface="微软雅黑" panose="020B0503020204020204" pitchFamily="34" charset="-122"/>
                  <a:ea typeface="微软雅黑" panose="020B0503020204020204" pitchFamily="34" charset="-122"/>
                </a:rPr>
                <a:t>知识库构建</a:t>
              </a:r>
              <a:endParaRPr lang="zh-CN" altLang="en-US" sz="1800" b="1" dirty="0">
                <a:ln w="11430"/>
                <a:solidFill>
                  <a:schemeClr val="bg1"/>
                </a:solidFill>
                <a:latin typeface="微软雅黑" panose="020B0503020204020204" pitchFamily="34" charset="-122"/>
                <a:ea typeface="微软雅黑" panose="020B0503020204020204" pitchFamily="34" charset="-122"/>
              </a:endParaRPr>
            </a:p>
          </p:txBody>
        </p:sp>
        <p:sp>
          <p:nvSpPr>
            <p:cNvPr id="34" name="矩形 33"/>
            <p:cNvSpPr/>
            <p:nvPr/>
          </p:nvSpPr>
          <p:spPr>
            <a:xfrm flipH="1">
              <a:off x="694265" y="4212341"/>
              <a:ext cx="7704668" cy="793239"/>
            </a:xfrm>
            <a:prstGeom prst="rect">
              <a:avLst/>
            </a:prstGeom>
            <a:noFill/>
            <a:ln w="6350">
              <a:solidFill>
                <a:srgbClr val="003F9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50">
                <a:solidFill>
                  <a:schemeClr val="tx1"/>
                </a:solidFill>
                <a:latin typeface="等线" panose="02010600030101010101" charset="-122"/>
                <a:ea typeface="等线" panose="02010600030101010101" charset="-122"/>
              </a:endParaRPr>
            </a:p>
          </p:txBody>
        </p:sp>
        <p:sp>
          <p:nvSpPr>
            <p:cNvPr id="35" name="矩形 34"/>
            <p:cNvSpPr/>
            <p:nvPr/>
          </p:nvSpPr>
          <p:spPr>
            <a:xfrm flipH="1">
              <a:off x="694267" y="5076853"/>
              <a:ext cx="7704665" cy="927707"/>
            </a:xfrm>
            <a:prstGeom prst="rect">
              <a:avLst/>
            </a:prstGeom>
            <a:noFill/>
            <a:ln w="6350">
              <a:solidFill>
                <a:srgbClr val="003F9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50">
                <a:solidFill>
                  <a:schemeClr val="tx1"/>
                </a:solidFill>
                <a:latin typeface="等线" panose="02010600030101010101" charset="-122"/>
                <a:ea typeface="等线" panose="02010600030101010101" charset="-122"/>
              </a:endParaRPr>
            </a:p>
          </p:txBody>
        </p:sp>
        <p:sp>
          <p:nvSpPr>
            <p:cNvPr id="36" name="矩形 35"/>
            <p:cNvSpPr/>
            <p:nvPr/>
          </p:nvSpPr>
          <p:spPr>
            <a:xfrm>
              <a:off x="797599" y="4177135"/>
              <a:ext cx="7448869" cy="340347"/>
            </a:xfrm>
            <a:prstGeom prst="rect">
              <a:avLst/>
            </a:prstGeom>
          </p:spPr>
          <p:txBody>
            <a:bodyPr wrap="square">
              <a:spAutoFit/>
            </a:bodyPr>
            <a:lstStyle/>
            <a:p>
              <a:pPr algn="ctr">
                <a:lnSpc>
                  <a:spcPct val="120000"/>
                </a:lnSpc>
              </a:pPr>
              <a:r>
                <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rPr>
                <a:t>知识融合</a:t>
              </a:r>
              <a:endPar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37" name="圆角矩形 36"/>
            <p:cNvSpPr/>
            <p:nvPr/>
          </p:nvSpPr>
          <p:spPr>
            <a:xfrm>
              <a:off x="1024805" y="4664199"/>
              <a:ext cx="1510192" cy="242391"/>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r>
                <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rPr>
                <a:t>实体链接</a:t>
              </a:r>
              <a:endPar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38" name="圆角矩形 37"/>
            <p:cNvSpPr/>
            <p:nvPr/>
          </p:nvSpPr>
          <p:spPr>
            <a:xfrm>
              <a:off x="2685804" y="4655817"/>
              <a:ext cx="1510192" cy="250774"/>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r>
                <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rPr>
                <a:t>本体扩充</a:t>
              </a:r>
              <a:endPar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39" name="矩形 38"/>
            <p:cNvSpPr/>
            <p:nvPr/>
          </p:nvSpPr>
          <p:spPr>
            <a:xfrm flipH="1">
              <a:off x="797599" y="4431044"/>
              <a:ext cx="3651018" cy="529379"/>
            </a:xfrm>
            <a:prstGeom prst="rect">
              <a:avLst/>
            </a:prstGeom>
            <a:noFill/>
            <a:ln w="6350">
              <a:solidFill>
                <a:srgbClr val="003F9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50">
                <a:solidFill>
                  <a:schemeClr val="tx1"/>
                </a:solidFill>
                <a:latin typeface="等线" panose="02010600030101010101" charset="-122"/>
                <a:ea typeface="等线" panose="02010600030101010101" charset="-122"/>
              </a:endParaRPr>
            </a:p>
          </p:txBody>
        </p:sp>
        <p:sp>
          <p:nvSpPr>
            <p:cNvPr id="40" name="矩形 39"/>
            <p:cNvSpPr/>
            <p:nvPr/>
          </p:nvSpPr>
          <p:spPr>
            <a:xfrm>
              <a:off x="1432601" y="4394464"/>
              <a:ext cx="2433080" cy="340347"/>
            </a:xfrm>
            <a:prstGeom prst="rect">
              <a:avLst/>
            </a:prstGeom>
          </p:spPr>
          <p:txBody>
            <a:bodyPr wrap="square">
              <a:spAutoFit/>
            </a:bodyPr>
            <a:lstStyle/>
            <a:p>
              <a:pPr algn="ctr">
                <a:lnSpc>
                  <a:spcPct val="120000"/>
                </a:lnSpc>
              </a:pPr>
              <a:r>
                <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rPr>
                <a:t>时序融合</a:t>
              </a:r>
              <a:endPar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41" name="圆角矩形 40"/>
            <p:cNvSpPr/>
            <p:nvPr/>
          </p:nvSpPr>
          <p:spPr>
            <a:xfrm>
              <a:off x="4822656" y="4664199"/>
              <a:ext cx="1510192" cy="242391"/>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r>
                <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rPr>
                <a:t>实例匹配</a:t>
              </a:r>
              <a:endPar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42" name="圆角矩形 41"/>
            <p:cNvSpPr/>
            <p:nvPr/>
          </p:nvSpPr>
          <p:spPr>
            <a:xfrm>
              <a:off x="6483655" y="4655817"/>
              <a:ext cx="1510192" cy="250774"/>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r>
                <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rPr>
                <a:t>概念对齐</a:t>
              </a:r>
              <a:endPar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43" name="矩形 42"/>
            <p:cNvSpPr/>
            <p:nvPr/>
          </p:nvSpPr>
          <p:spPr>
            <a:xfrm flipH="1">
              <a:off x="4595450" y="4431044"/>
              <a:ext cx="3651018" cy="529379"/>
            </a:xfrm>
            <a:prstGeom prst="rect">
              <a:avLst/>
            </a:prstGeom>
            <a:noFill/>
            <a:ln w="6350">
              <a:solidFill>
                <a:srgbClr val="003F9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50">
                <a:solidFill>
                  <a:schemeClr val="tx1"/>
                </a:solidFill>
                <a:latin typeface="等线" panose="02010600030101010101" charset="-122"/>
                <a:ea typeface="等线" panose="02010600030101010101" charset="-122"/>
              </a:endParaRPr>
            </a:p>
          </p:txBody>
        </p:sp>
        <p:sp>
          <p:nvSpPr>
            <p:cNvPr id="44" name="矩形 43"/>
            <p:cNvSpPr/>
            <p:nvPr/>
          </p:nvSpPr>
          <p:spPr>
            <a:xfrm>
              <a:off x="5116306" y="4394464"/>
              <a:ext cx="2433080" cy="340347"/>
            </a:xfrm>
            <a:prstGeom prst="rect">
              <a:avLst/>
            </a:prstGeom>
          </p:spPr>
          <p:txBody>
            <a:bodyPr wrap="square">
              <a:spAutoFit/>
            </a:bodyPr>
            <a:lstStyle/>
            <a:p>
              <a:pPr algn="ctr">
                <a:lnSpc>
                  <a:spcPct val="120000"/>
                </a:lnSpc>
              </a:pPr>
              <a:r>
                <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rPr>
                <a:t>多源融合</a:t>
              </a:r>
              <a:endPar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45" name="圆角矩形 44"/>
            <p:cNvSpPr/>
            <p:nvPr/>
          </p:nvSpPr>
          <p:spPr>
            <a:xfrm>
              <a:off x="797599" y="5143228"/>
              <a:ext cx="2448000" cy="250774"/>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r>
                <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rPr>
                <a:t>概念</a:t>
              </a:r>
              <a:endPar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46" name="圆角矩形 45"/>
            <p:cNvSpPr/>
            <p:nvPr/>
          </p:nvSpPr>
          <p:spPr>
            <a:xfrm>
              <a:off x="3298034" y="5143228"/>
              <a:ext cx="2448000" cy="250774"/>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r>
                <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rPr>
                <a:t>关系</a:t>
              </a:r>
              <a:endPar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47" name="圆角矩形 46"/>
            <p:cNvSpPr/>
            <p:nvPr/>
          </p:nvSpPr>
          <p:spPr>
            <a:xfrm>
              <a:off x="5798468" y="5143228"/>
              <a:ext cx="2448000" cy="250774"/>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r>
                <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rPr>
                <a:t>实例</a:t>
              </a:r>
              <a:endPar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48" name="右箭头 47"/>
            <p:cNvSpPr/>
            <p:nvPr/>
          </p:nvSpPr>
          <p:spPr>
            <a:xfrm rot="16200000">
              <a:off x="1934130" y="4995684"/>
              <a:ext cx="174938" cy="120149"/>
            </a:xfrm>
            <a:prstGeom prst="rightArrow">
              <a:avLst/>
            </a:prstGeom>
            <a:solidFill>
              <a:srgbClr val="003F9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solidFill>
                <a:effectLst/>
                <a:uLnTx/>
                <a:uFillTx/>
                <a:latin typeface="等线" panose="02010600030101010101" charset="-122"/>
                <a:ea typeface="等线" panose="02010600030101010101" charset="-122"/>
                <a:cs typeface="+mn-cs"/>
              </a:endParaRPr>
            </a:p>
          </p:txBody>
        </p:sp>
        <p:sp>
          <p:nvSpPr>
            <p:cNvPr id="49" name="右箭头 48"/>
            <p:cNvSpPr/>
            <p:nvPr/>
          </p:nvSpPr>
          <p:spPr>
            <a:xfrm rot="16200000">
              <a:off x="6934999" y="4995684"/>
              <a:ext cx="174938" cy="120149"/>
            </a:xfrm>
            <a:prstGeom prst="rightArrow">
              <a:avLst/>
            </a:prstGeom>
            <a:solidFill>
              <a:srgbClr val="003F9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solidFill>
                <a:effectLst/>
                <a:uLnTx/>
                <a:uFillTx/>
                <a:latin typeface="等线" panose="02010600030101010101" charset="-122"/>
                <a:ea typeface="等线" panose="02010600030101010101" charset="-122"/>
                <a:cs typeface="+mn-cs"/>
              </a:endParaRPr>
            </a:p>
          </p:txBody>
        </p:sp>
        <p:sp>
          <p:nvSpPr>
            <p:cNvPr id="50" name="矩形 49"/>
            <p:cNvSpPr/>
            <p:nvPr/>
          </p:nvSpPr>
          <p:spPr>
            <a:xfrm flipH="1">
              <a:off x="797598" y="5609749"/>
              <a:ext cx="7448869" cy="333165"/>
            </a:xfrm>
            <a:prstGeom prst="rect">
              <a:avLst/>
            </a:prstGeom>
            <a:noFill/>
            <a:ln w="6350">
              <a:solidFill>
                <a:srgbClr val="003F9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50">
                <a:solidFill>
                  <a:schemeClr val="tx1"/>
                </a:solidFill>
                <a:latin typeface="等线" panose="02010600030101010101" charset="-122"/>
                <a:ea typeface="等线" panose="02010600030101010101" charset="-122"/>
              </a:endParaRPr>
            </a:p>
          </p:txBody>
        </p:sp>
        <p:sp>
          <p:nvSpPr>
            <p:cNvPr id="51" name="圆角矩形 50"/>
            <p:cNvSpPr/>
            <p:nvPr/>
          </p:nvSpPr>
          <p:spPr>
            <a:xfrm>
              <a:off x="914932" y="5650944"/>
              <a:ext cx="2340000" cy="250774"/>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r>
                <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rPr>
                <a:t>网页</a:t>
              </a:r>
              <a:endPar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52" name="右箭头 51"/>
            <p:cNvSpPr/>
            <p:nvPr/>
          </p:nvSpPr>
          <p:spPr>
            <a:xfrm rot="16200000">
              <a:off x="4452767" y="5454122"/>
              <a:ext cx="174938" cy="120149"/>
            </a:xfrm>
            <a:prstGeom prst="rightArrow">
              <a:avLst/>
            </a:prstGeom>
            <a:solidFill>
              <a:srgbClr val="003F9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solidFill>
                <a:effectLst/>
                <a:uLnTx/>
                <a:uFillTx/>
                <a:latin typeface="等线" panose="02010600030101010101" charset="-122"/>
                <a:ea typeface="等线" panose="02010600030101010101" charset="-122"/>
                <a:cs typeface="+mn-cs"/>
              </a:endParaRPr>
            </a:p>
          </p:txBody>
        </p:sp>
        <p:sp>
          <p:nvSpPr>
            <p:cNvPr id="53" name="矩形 52"/>
            <p:cNvSpPr/>
            <p:nvPr/>
          </p:nvSpPr>
          <p:spPr>
            <a:xfrm>
              <a:off x="4472044" y="5361828"/>
              <a:ext cx="1974424" cy="340347"/>
            </a:xfrm>
            <a:prstGeom prst="rect">
              <a:avLst/>
            </a:prstGeom>
          </p:spPr>
          <p:txBody>
            <a:bodyPr wrap="square">
              <a:spAutoFit/>
            </a:bodyPr>
            <a:lstStyle/>
            <a:p>
              <a:pPr algn="ctr">
                <a:lnSpc>
                  <a:spcPct val="120000"/>
                </a:lnSpc>
              </a:pPr>
              <a:r>
                <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rPr>
                <a:t>基于实体的爬取和抽取</a:t>
              </a:r>
              <a:endPar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54" name="圆角矩形 53"/>
            <p:cNvSpPr/>
            <p:nvPr/>
          </p:nvSpPr>
          <p:spPr>
            <a:xfrm>
              <a:off x="3353662" y="5650944"/>
              <a:ext cx="2340000" cy="250774"/>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r>
                <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rPr>
                <a:t>在线百科</a:t>
              </a:r>
              <a:endPar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55" name="圆角矩形 54"/>
            <p:cNvSpPr/>
            <p:nvPr/>
          </p:nvSpPr>
          <p:spPr>
            <a:xfrm>
              <a:off x="5792393" y="5650944"/>
              <a:ext cx="2340000" cy="250774"/>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r>
                <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rPr>
                <a:t>核心词汇</a:t>
              </a:r>
              <a:endParaRPr lang="zh-CN" altLang="en-US" sz="12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56" name="矩形 55"/>
            <p:cNvSpPr/>
            <p:nvPr/>
          </p:nvSpPr>
          <p:spPr>
            <a:xfrm>
              <a:off x="694269" y="5970692"/>
              <a:ext cx="7704663" cy="340347"/>
            </a:xfrm>
            <a:prstGeom prst="rect">
              <a:avLst/>
            </a:prstGeom>
          </p:spPr>
          <p:txBody>
            <a:bodyPr wrap="square">
              <a:spAutoFit/>
            </a:bodyPr>
            <a:lstStyle/>
            <a:p>
              <a:pPr algn="ctr">
                <a:lnSpc>
                  <a:spcPct val="120000"/>
                </a:lnSpc>
              </a:pPr>
              <a:r>
                <a:rPr lang="zh-CN" altLang="en-US" sz="1200" dirty="0">
                  <a:ln w="11430"/>
                  <a:solidFill>
                    <a:srgbClr val="FF0000"/>
                  </a:solidFill>
                  <a:latin typeface="微软雅黑" panose="020B0503020204020204" pitchFamily="34" charset="-122"/>
                  <a:ea typeface="微软雅黑" panose="020B0503020204020204" pitchFamily="34" charset="-122"/>
                </a:rPr>
                <a:t>知识获取</a:t>
              </a:r>
              <a:endParaRPr lang="zh-CN" altLang="en-US" sz="1200" dirty="0">
                <a:ln w="11430"/>
                <a:solidFill>
                  <a:srgbClr val="FF0000"/>
                </a:solidFill>
                <a:latin typeface="微软雅黑" panose="020B0503020204020204" pitchFamily="34" charset="-122"/>
                <a:ea typeface="微软雅黑" panose="020B0503020204020204" pitchFamily="34" charset="-122"/>
              </a:endParaRPr>
            </a:p>
          </p:txBody>
        </p:sp>
        <p:cxnSp>
          <p:nvCxnSpPr>
            <p:cNvPr id="57" name="直接箭头连接符 56"/>
            <p:cNvCxnSpPr/>
            <p:nvPr/>
          </p:nvCxnSpPr>
          <p:spPr>
            <a:xfrm flipH="1">
              <a:off x="3601725" y="3525066"/>
              <a:ext cx="3630642" cy="0"/>
            </a:xfrm>
            <a:prstGeom prst="straightConnector1">
              <a:avLst/>
            </a:prstGeom>
            <a:noFill/>
            <a:ln w="12700">
              <a:solidFill>
                <a:srgbClr val="003F98"/>
              </a:solidFill>
              <a:tailEnd type="arrow"/>
            </a:ln>
          </p:spPr>
          <p:style>
            <a:lnRef idx="2">
              <a:schemeClr val="accent1">
                <a:shade val="50000"/>
              </a:schemeClr>
            </a:lnRef>
            <a:fillRef idx="1">
              <a:schemeClr val="accent1"/>
            </a:fillRef>
            <a:effectRef idx="0">
              <a:schemeClr val="accent1"/>
            </a:effectRef>
            <a:fontRef idx="minor">
              <a:schemeClr val="lt1"/>
            </a:fontRef>
          </p:style>
        </p:cxn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showMasterSp="0" userDrawn="1">
  <p:cSld name="17_自定义版式">
    <p:spTree>
      <p:nvGrpSpPr>
        <p:cNvPr id="1" name=""/>
        <p:cNvGrpSpPr/>
        <p:nvPr/>
      </p:nvGrpSpPr>
      <p:grpSpPr>
        <a:xfrm>
          <a:off x="0" y="0"/>
          <a:ext cx="0" cy="0"/>
          <a:chOff x="0" y="0"/>
          <a:chExt cx="0" cy="0"/>
        </a:xfrm>
      </p:grpSpPr>
      <p:grpSp>
        <p:nvGrpSpPr>
          <p:cNvPr id="2" name="组合 1"/>
          <p:cNvGrpSpPr/>
          <p:nvPr userDrawn="1"/>
        </p:nvGrpSpPr>
        <p:grpSpPr>
          <a:xfrm>
            <a:off x="426656" y="1457778"/>
            <a:ext cx="4630779" cy="4386835"/>
            <a:chOff x="5490159" y="1753042"/>
            <a:chExt cx="3473084" cy="4386835"/>
          </a:xfrm>
        </p:grpSpPr>
        <p:grpSp>
          <p:nvGrpSpPr>
            <p:cNvPr id="3" name="组合 42"/>
            <p:cNvGrpSpPr/>
            <p:nvPr/>
          </p:nvGrpSpPr>
          <p:grpSpPr bwMode="auto">
            <a:xfrm>
              <a:off x="5490160" y="1753042"/>
              <a:ext cx="3457730" cy="2102460"/>
              <a:chOff x="3188065" y="1778329"/>
              <a:chExt cx="2489174" cy="2267160"/>
            </a:xfrm>
          </p:grpSpPr>
          <p:sp>
            <p:nvSpPr>
              <p:cNvPr id="9" name="圆角矩形 14"/>
              <p:cNvSpPr>
                <a:spLocks noChangeArrowheads="1"/>
              </p:cNvSpPr>
              <p:nvPr/>
            </p:nvSpPr>
            <p:spPr bwMode="auto">
              <a:xfrm>
                <a:off x="3188065" y="1778329"/>
                <a:ext cx="2489174" cy="2267160"/>
              </a:xfrm>
              <a:prstGeom prst="roundRect">
                <a:avLst>
                  <a:gd name="adj" fmla="val 5015"/>
                </a:avLst>
              </a:prstGeom>
              <a:solidFill>
                <a:schemeClr val="bg1"/>
              </a:solidFill>
              <a:ln w="6350">
                <a:solidFill>
                  <a:srgbClr val="0971CE"/>
                </a:solidFill>
                <a:prstDash val="dash"/>
                <a:round/>
              </a:ln>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lnSpc>
                    <a:spcPct val="135000"/>
                  </a:lnSpc>
                  <a:spcBef>
                    <a:spcPts val="1200"/>
                  </a:spcBef>
                  <a:spcAft>
                    <a:spcPts val="1200"/>
                  </a:spcAft>
                  <a:buClr>
                    <a:srgbClr val="202A36"/>
                  </a:buClr>
                  <a:buFontTx/>
                  <a:buNone/>
                </a:pPr>
                <a:endParaRPr lang="zh-CN" altLang="en-US" sz="1600">
                  <a:latin typeface="Arial" panose="020B0604020202020204" pitchFamily="34" charset="0"/>
                  <a:ea typeface="微软雅黑" panose="020B0503020204020204" pitchFamily="34" charset="-122"/>
                </a:endParaRPr>
              </a:p>
            </p:txBody>
          </p:sp>
          <p:sp>
            <p:nvSpPr>
              <p:cNvPr id="10" name="矩形 9"/>
              <p:cNvSpPr/>
              <p:nvPr/>
            </p:nvSpPr>
            <p:spPr>
              <a:xfrm>
                <a:off x="3188436" y="1850969"/>
                <a:ext cx="2488803" cy="458308"/>
              </a:xfrm>
              <a:prstGeom prst="rect">
                <a:avLst/>
              </a:prstGeom>
              <a:solidFill>
                <a:srgbClr val="0971C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1600" dirty="0">
                    <a:ln w="11430"/>
                    <a:gradFill>
                      <a:gsLst>
                        <a:gs pos="25000">
                          <a:schemeClr val="bg1"/>
                        </a:gs>
                        <a:gs pos="100000">
                          <a:schemeClr val="bg1">
                            <a:lumMod val="95000"/>
                          </a:schemeClr>
                        </a:gs>
                      </a:gsLst>
                      <a:lin ang="5400000"/>
                    </a:gradFill>
                    <a:latin typeface="Arial" panose="020B0604020202020204" pitchFamily="34" charset="0"/>
                    <a:ea typeface="微软雅黑" panose="020B0503020204020204" pitchFamily="34" charset="-122"/>
                    <a:cs typeface="Arial" panose="020B0604020202020204" pitchFamily="34" charset="0"/>
                  </a:rPr>
                  <a:t>研究内容</a:t>
                </a:r>
                <a:endParaRPr lang="zh-CN" altLang="en-US" sz="1600" dirty="0">
                  <a:ln w="11430"/>
                  <a:gradFill>
                    <a:gsLst>
                      <a:gs pos="25000">
                        <a:schemeClr val="bg1"/>
                      </a:gs>
                      <a:gs pos="100000">
                        <a:schemeClr val="bg1">
                          <a:lumMod val="95000"/>
                        </a:schemeClr>
                      </a:gs>
                    </a:gsLst>
                    <a:lin ang="5400000"/>
                  </a:gradFill>
                  <a:latin typeface="Arial" panose="020B0604020202020204" pitchFamily="34" charset="0"/>
                  <a:ea typeface="微软雅黑" panose="020B0503020204020204" pitchFamily="34" charset="-122"/>
                  <a:cs typeface="Arial" panose="020B0604020202020204" pitchFamily="34" charset="0"/>
                </a:endParaRPr>
              </a:p>
            </p:txBody>
          </p:sp>
        </p:grpSp>
        <p:sp>
          <p:nvSpPr>
            <p:cNvPr id="4" name="矩形 3"/>
            <p:cNvSpPr/>
            <p:nvPr/>
          </p:nvSpPr>
          <p:spPr>
            <a:xfrm>
              <a:off x="5490160" y="2248551"/>
              <a:ext cx="3473083" cy="1361911"/>
            </a:xfrm>
            <a:prstGeom prst="rect">
              <a:avLst/>
            </a:prstGeom>
          </p:spPr>
          <p:txBody>
            <a:bodyPr wrap="square">
              <a:spAutoFit/>
            </a:bodyPr>
            <a:lstStyle/>
            <a:p>
              <a:pPr marL="171450" indent="-171450">
                <a:lnSpc>
                  <a:spcPts val="2500"/>
                </a:lnSpc>
                <a:spcBef>
                  <a:spcPts val="600"/>
                </a:spcBef>
                <a:spcAft>
                  <a:spcPts val="600"/>
                </a:spcAft>
                <a:buFont typeface="Wingdings" panose="05000000000000000000" pitchFamily="2" charset="2"/>
                <a:buChar char="l"/>
              </a:pPr>
              <a:r>
                <a:rPr lang="zh-CN" altLang="en-US" sz="1100" b="1" dirty="0">
                  <a:gradFill>
                    <a:gsLst>
                      <a:gs pos="0">
                        <a:schemeClr val="tx1">
                          <a:lumMod val="85000"/>
                          <a:lumOff val="15000"/>
                        </a:schemeClr>
                      </a:gs>
                      <a:gs pos="100000">
                        <a:schemeClr val="tx1">
                          <a:lumMod val="85000"/>
                          <a:lumOff val="15000"/>
                        </a:schemeClr>
                      </a:gs>
                    </a:gsLst>
                    <a:lin ang="5400000" scaled="1"/>
                  </a:gradFill>
                  <a:latin typeface="微软雅黑" panose="020B0503020204020204" pitchFamily="34" charset="-122"/>
                  <a:ea typeface="微软雅黑" panose="020B0503020204020204" pitchFamily="34" charset="-122"/>
                </a:rPr>
                <a:t>***</a:t>
              </a:r>
              <a:endParaRPr lang="en-US" altLang="zh-CN" sz="1100" b="1" dirty="0">
                <a:gradFill>
                  <a:gsLst>
                    <a:gs pos="0">
                      <a:schemeClr val="tx1">
                        <a:lumMod val="85000"/>
                        <a:lumOff val="15000"/>
                      </a:schemeClr>
                    </a:gs>
                    <a:gs pos="100000">
                      <a:schemeClr val="tx1">
                        <a:lumMod val="85000"/>
                        <a:lumOff val="15000"/>
                      </a:schemeClr>
                    </a:gs>
                  </a:gsLst>
                  <a:lin ang="5400000" scaled="1"/>
                </a:gradFill>
                <a:latin typeface="微软雅黑" panose="020B0503020204020204" pitchFamily="34" charset="-122"/>
                <a:ea typeface="微软雅黑" panose="020B0503020204020204" pitchFamily="34" charset="-122"/>
              </a:endParaRPr>
            </a:p>
            <a:p>
              <a:pPr marL="171450" indent="-171450">
                <a:lnSpc>
                  <a:spcPts val="2500"/>
                </a:lnSpc>
                <a:spcBef>
                  <a:spcPts val="600"/>
                </a:spcBef>
                <a:spcAft>
                  <a:spcPts val="600"/>
                </a:spcAft>
                <a:buFont typeface="Wingdings" panose="05000000000000000000" pitchFamily="2" charset="2"/>
                <a:buChar char="l"/>
              </a:pPr>
              <a:r>
                <a:rPr lang="zh-CN" altLang="en-US" sz="1100" b="1" dirty="0">
                  <a:gradFill>
                    <a:gsLst>
                      <a:gs pos="0">
                        <a:schemeClr val="tx1">
                          <a:lumMod val="85000"/>
                          <a:lumOff val="15000"/>
                        </a:schemeClr>
                      </a:gs>
                      <a:gs pos="100000">
                        <a:schemeClr val="tx1">
                          <a:lumMod val="85000"/>
                          <a:lumOff val="15000"/>
                        </a:schemeClr>
                      </a:gs>
                    </a:gsLst>
                    <a:lin ang="5400000" scaled="1"/>
                  </a:gradFill>
                  <a:latin typeface="微软雅黑" panose="020B0503020204020204" pitchFamily="34" charset="-122"/>
                  <a:ea typeface="微软雅黑" panose="020B0503020204020204" pitchFamily="34" charset="-122"/>
                </a:rPr>
                <a:t>***</a:t>
              </a:r>
              <a:endParaRPr lang="en-US" altLang="zh-CN" sz="1100" b="1" dirty="0">
                <a:gradFill>
                  <a:gsLst>
                    <a:gs pos="0">
                      <a:schemeClr val="tx1">
                        <a:lumMod val="85000"/>
                        <a:lumOff val="15000"/>
                      </a:schemeClr>
                    </a:gs>
                    <a:gs pos="100000">
                      <a:schemeClr val="tx1">
                        <a:lumMod val="85000"/>
                        <a:lumOff val="15000"/>
                      </a:schemeClr>
                    </a:gs>
                  </a:gsLst>
                  <a:lin ang="5400000" scaled="1"/>
                </a:gradFill>
                <a:latin typeface="微软雅黑" panose="020B0503020204020204" pitchFamily="34" charset="-122"/>
                <a:ea typeface="微软雅黑" panose="020B0503020204020204" pitchFamily="34" charset="-122"/>
              </a:endParaRPr>
            </a:p>
            <a:p>
              <a:pPr marL="171450" indent="-171450">
                <a:lnSpc>
                  <a:spcPts val="2500"/>
                </a:lnSpc>
                <a:spcBef>
                  <a:spcPts val="600"/>
                </a:spcBef>
                <a:spcAft>
                  <a:spcPts val="600"/>
                </a:spcAft>
                <a:buFont typeface="Wingdings" panose="05000000000000000000" pitchFamily="2" charset="2"/>
                <a:buChar char="l"/>
              </a:pPr>
              <a:r>
                <a:rPr lang="zh-CN" altLang="en-US" sz="1100" b="1" dirty="0">
                  <a:gradFill>
                    <a:gsLst>
                      <a:gs pos="0">
                        <a:schemeClr val="tx1">
                          <a:lumMod val="85000"/>
                          <a:lumOff val="15000"/>
                        </a:schemeClr>
                      </a:gs>
                      <a:gs pos="100000">
                        <a:schemeClr val="tx1">
                          <a:lumMod val="85000"/>
                          <a:lumOff val="15000"/>
                        </a:schemeClr>
                      </a:gs>
                    </a:gsLst>
                    <a:lin ang="5400000" scaled="1"/>
                  </a:gradFill>
                  <a:latin typeface="微软雅黑" panose="020B0503020204020204" pitchFamily="34" charset="-122"/>
                  <a:ea typeface="微软雅黑" panose="020B0503020204020204" pitchFamily="34" charset="-122"/>
                </a:rPr>
                <a:t>***</a:t>
              </a:r>
              <a:endParaRPr lang="zh-CN" altLang="en-US" sz="1100" b="1" dirty="0">
                <a:gradFill>
                  <a:gsLst>
                    <a:gs pos="0">
                      <a:schemeClr val="tx1">
                        <a:lumMod val="85000"/>
                        <a:lumOff val="15000"/>
                      </a:schemeClr>
                    </a:gs>
                    <a:gs pos="100000">
                      <a:schemeClr val="tx1">
                        <a:lumMod val="85000"/>
                        <a:lumOff val="15000"/>
                      </a:schemeClr>
                    </a:gs>
                  </a:gsLst>
                  <a:lin ang="5400000" scaled="1"/>
                </a:gradFill>
                <a:latin typeface="微软雅黑" panose="020B0503020204020204" pitchFamily="34" charset="-122"/>
                <a:ea typeface="微软雅黑" panose="020B0503020204020204" pitchFamily="34" charset="-122"/>
              </a:endParaRPr>
            </a:p>
          </p:txBody>
        </p:sp>
        <p:grpSp>
          <p:nvGrpSpPr>
            <p:cNvPr id="5" name="组合 42"/>
            <p:cNvGrpSpPr/>
            <p:nvPr/>
          </p:nvGrpSpPr>
          <p:grpSpPr bwMode="auto">
            <a:xfrm>
              <a:off x="5490159" y="4037417"/>
              <a:ext cx="3457730" cy="2102460"/>
              <a:chOff x="3188065" y="1778329"/>
              <a:chExt cx="2489174" cy="2267160"/>
            </a:xfrm>
          </p:grpSpPr>
          <p:sp>
            <p:nvSpPr>
              <p:cNvPr id="7" name="圆角矩形 14"/>
              <p:cNvSpPr>
                <a:spLocks noChangeArrowheads="1"/>
              </p:cNvSpPr>
              <p:nvPr/>
            </p:nvSpPr>
            <p:spPr bwMode="auto">
              <a:xfrm>
                <a:off x="3188065" y="1778329"/>
                <a:ext cx="2489174" cy="2267160"/>
              </a:xfrm>
              <a:prstGeom prst="roundRect">
                <a:avLst>
                  <a:gd name="adj" fmla="val 5015"/>
                </a:avLst>
              </a:prstGeom>
              <a:solidFill>
                <a:schemeClr val="bg1"/>
              </a:solidFill>
              <a:ln w="6350">
                <a:solidFill>
                  <a:srgbClr val="0971CE"/>
                </a:solidFill>
                <a:prstDash val="dash"/>
                <a:round/>
              </a:ln>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lnSpc>
                    <a:spcPct val="135000"/>
                  </a:lnSpc>
                  <a:spcBef>
                    <a:spcPts val="1200"/>
                  </a:spcBef>
                  <a:spcAft>
                    <a:spcPts val="1200"/>
                  </a:spcAft>
                  <a:buClr>
                    <a:srgbClr val="202A36"/>
                  </a:buClr>
                  <a:buFontTx/>
                  <a:buNone/>
                </a:pPr>
                <a:endParaRPr lang="zh-CN" altLang="en-US" sz="1600">
                  <a:ln>
                    <a:solidFill>
                      <a:sysClr val="windowText" lastClr="000000"/>
                    </a:solidFill>
                  </a:ln>
                  <a:solidFill>
                    <a:srgbClr val="003F98"/>
                  </a:solidFill>
                  <a:latin typeface="Arial" panose="020B0604020202020204" pitchFamily="34" charset="0"/>
                  <a:ea typeface="微软雅黑" panose="020B0503020204020204" pitchFamily="34" charset="-122"/>
                </a:endParaRPr>
              </a:p>
            </p:txBody>
          </p:sp>
          <p:sp>
            <p:nvSpPr>
              <p:cNvPr id="8" name="矩形 7"/>
              <p:cNvSpPr/>
              <p:nvPr/>
            </p:nvSpPr>
            <p:spPr>
              <a:xfrm>
                <a:off x="3188436" y="1850969"/>
                <a:ext cx="2488803" cy="458308"/>
              </a:xfrm>
              <a:prstGeom prst="rect">
                <a:avLst/>
              </a:prstGeom>
              <a:solidFill>
                <a:srgbClr val="0971C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zh-CN" sz="1600" dirty="0">
                    <a:ln w="11430"/>
                    <a:gradFill>
                      <a:gsLst>
                        <a:gs pos="25000">
                          <a:schemeClr val="bg1"/>
                        </a:gs>
                        <a:gs pos="100000">
                          <a:schemeClr val="bg1">
                            <a:lumMod val="95000"/>
                          </a:schemeClr>
                        </a:gs>
                      </a:gsLst>
                      <a:lin ang="5400000"/>
                    </a:gradFill>
                    <a:latin typeface="Arial" panose="020B0604020202020204" pitchFamily="34" charset="0"/>
                    <a:ea typeface="微软雅黑" panose="020B0503020204020204" pitchFamily="34" charset="-122"/>
                    <a:cs typeface="Arial" panose="020B0604020202020204" pitchFamily="34" charset="0"/>
                  </a:rPr>
                  <a:t>关键技术</a:t>
                </a:r>
                <a:endParaRPr lang="zh-CN" altLang="en-US" sz="1600" dirty="0">
                  <a:ln w="11430"/>
                  <a:gradFill>
                    <a:gsLst>
                      <a:gs pos="25000">
                        <a:schemeClr val="bg1"/>
                      </a:gs>
                      <a:gs pos="100000">
                        <a:schemeClr val="bg1">
                          <a:lumMod val="95000"/>
                        </a:schemeClr>
                      </a:gs>
                    </a:gsLst>
                    <a:lin ang="5400000"/>
                  </a:gradFill>
                  <a:latin typeface="Arial" panose="020B0604020202020204" pitchFamily="34" charset="0"/>
                  <a:ea typeface="微软雅黑" panose="020B0503020204020204" pitchFamily="34" charset="-122"/>
                  <a:cs typeface="Arial" panose="020B0604020202020204" pitchFamily="34" charset="0"/>
                </a:endParaRPr>
              </a:p>
            </p:txBody>
          </p:sp>
        </p:grpSp>
        <p:sp>
          <p:nvSpPr>
            <p:cNvPr id="6" name="矩形 5"/>
            <p:cNvSpPr/>
            <p:nvPr/>
          </p:nvSpPr>
          <p:spPr>
            <a:xfrm>
              <a:off x="5490160" y="4641889"/>
              <a:ext cx="3320466" cy="1060290"/>
            </a:xfrm>
            <a:prstGeom prst="rect">
              <a:avLst/>
            </a:prstGeom>
          </p:spPr>
          <p:txBody>
            <a:bodyPr wrap="square">
              <a:spAutoFit/>
            </a:bodyPr>
            <a:lstStyle/>
            <a:p>
              <a:pPr marL="171450" indent="-171450">
                <a:lnSpc>
                  <a:spcPct val="130000"/>
                </a:lnSpc>
                <a:spcBef>
                  <a:spcPts val="600"/>
                </a:spcBef>
                <a:spcAft>
                  <a:spcPts val="600"/>
                </a:spcAft>
                <a:buFont typeface="Wingdings" panose="05000000000000000000" pitchFamily="2" charset="2"/>
                <a:buChar char="l"/>
              </a:pPr>
              <a:r>
                <a:rPr lang="zh-CN" altLang="en-US" sz="1100" b="1" dirty="0">
                  <a:gradFill>
                    <a:gsLst>
                      <a:gs pos="0">
                        <a:schemeClr val="tx1">
                          <a:lumMod val="85000"/>
                          <a:lumOff val="15000"/>
                        </a:schemeClr>
                      </a:gs>
                      <a:gs pos="100000">
                        <a:schemeClr val="tx1">
                          <a:lumMod val="85000"/>
                          <a:lumOff val="15000"/>
                        </a:schemeClr>
                      </a:gs>
                    </a:gsLst>
                    <a:lin ang="5400000" scaled="1"/>
                  </a:gradFill>
                  <a:latin typeface="微软雅黑" panose="020B0503020204020204" pitchFamily="34" charset="-122"/>
                  <a:ea typeface="微软雅黑" panose="020B0503020204020204" pitchFamily="34" charset="-122"/>
                </a:rPr>
                <a:t>***</a:t>
              </a:r>
              <a:endParaRPr lang="en-US" altLang="zh-CN" sz="1100" b="1" dirty="0">
                <a:gradFill>
                  <a:gsLst>
                    <a:gs pos="0">
                      <a:schemeClr val="tx1">
                        <a:lumMod val="85000"/>
                        <a:lumOff val="15000"/>
                      </a:schemeClr>
                    </a:gs>
                    <a:gs pos="100000">
                      <a:schemeClr val="tx1">
                        <a:lumMod val="85000"/>
                        <a:lumOff val="15000"/>
                      </a:schemeClr>
                    </a:gs>
                  </a:gsLst>
                  <a:lin ang="5400000" scaled="1"/>
                </a:gradFill>
                <a:latin typeface="微软雅黑" panose="020B0503020204020204" pitchFamily="34" charset="-122"/>
                <a:ea typeface="微软雅黑" panose="020B0503020204020204" pitchFamily="34" charset="-122"/>
              </a:endParaRPr>
            </a:p>
            <a:p>
              <a:pPr marL="171450" indent="-171450">
                <a:lnSpc>
                  <a:spcPct val="130000"/>
                </a:lnSpc>
                <a:spcBef>
                  <a:spcPts val="600"/>
                </a:spcBef>
                <a:spcAft>
                  <a:spcPts val="600"/>
                </a:spcAft>
                <a:buFont typeface="Wingdings" panose="05000000000000000000" pitchFamily="2" charset="2"/>
                <a:buChar char="l"/>
              </a:pPr>
              <a:r>
                <a:rPr lang="zh-CN" altLang="en-US" sz="1100" b="1" dirty="0">
                  <a:gradFill>
                    <a:gsLst>
                      <a:gs pos="0">
                        <a:schemeClr val="tx1">
                          <a:lumMod val="85000"/>
                          <a:lumOff val="15000"/>
                        </a:schemeClr>
                      </a:gs>
                      <a:gs pos="100000">
                        <a:schemeClr val="tx1">
                          <a:lumMod val="85000"/>
                          <a:lumOff val="15000"/>
                        </a:schemeClr>
                      </a:gs>
                    </a:gsLst>
                    <a:lin ang="5400000" scaled="1"/>
                  </a:gradFill>
                  <a:latin typeface="微软雅黑" panose="020B0503020204020204" pitchFamily="34" charset="-122"/>
                  <a:ea typeface="微软雅黑" panose="020B0503020204020204" pitchFamily="34" charset="-122"/>
                </a:rPr>
                <a:t>***</a:t>
              </a:r>
              <a:endParaRPr lang="en-US" altLang="zh-CN" sz="1100" b="1" dirty="0">
                <a:gradFill>
                  <a:gsLst>
                    <a:gs pos="0">
                      <a:schemeClr val="tx1">
                        <a:lumMod val="85000"/>
                        <a:lumOff val="15000"/>
                      </a:schemeClr>
                    </a:gs>
                    <a:gs pos="100000">
                      <a:schemeClr val="tx1">
                        <a:lumMod val="85000"/>
                        <a:lumOff val="15000"/>
                      </a:schemeClr>
                    </a:gs>
                  </a:gsLst>
                  <a:lin ang="5400000" scaled="1"/>
                </a:gradFill>
                <a:latin typeface="微软雅黑" panose="020B0503020204020204" pitchFamily="34" charset="-122"/>
                <a:ea typeface="微软雅黑" panose="020B0503020204020204" pitchFamily="34" charset="-122"/>
              </a:endParaRPr>
            </a:p>
            <a:p>
              <a:pPr marL="171450" indent="-171450">
                <a:lnSpc>
                  <a:spcPct val="130000"/>
                </a:lnSpc>
                <a:spcBef>
                  <a:spcPts val="600"/>
                </a:spcBef>
                <a:spcAft>
                  <a:spcPts val="600"/>
                </a:spcAft>
                <a:buFont typeface="Wingdings" panose="05000000000000000000" pitchFamily="2" charset="2"/>
                <a:buChar char="l"/>
              </a:pPr>
              <a:r>
                <a:rPr lang="zh-CN" altLang="en-US" sz="1100" b="1" dirty="0">
                  <a:gradFill>
                    <a:gsLst>
                      <a:gs pos="0">
                        <a:schemeClr val="tx1">
                          <a:lumMod val="85000"/>
                          <a:lumOff val="15000"/>
                        </a:schemeClr>
                      </a:gs>
                      <a:gs pos="100000">
                        <a:schemeClr val="tx1">
                          <a:lumMod val="85000"/>
                          <a:lumOff val="15000"/>
                        </a:schemeClr>
                      </a:gs>
                    </a:gsLst>
                    <a:lin ang="5400000" scaled="1"/>
                  </a:gradFill>
                  <a:latin typeface="微软雅黑" panose="020B0503020204020204" pitchFamily="34" charset="-122"/>
                  <a:ea typeface="微软雅黑" panose="020B0503020204020204" pitchFamily="34" charset="-122"/>
                </a:rPr>
                <a:t>***</a:t>
              </a:r>
              <a:endParaRPr lang="zh-CN" altLang="zh-CN" sz="1100" b="1" dirty="0">
                <a:gradFill>
                  <a:gsLst>
                    <a:gs pos="0">
                      <a:schemeClr val="tx1">
                        <a:lumMod val="85000"/>
                        <a:lumOff val="15000"/>
                      </a:schemeClr>
                    </a:gs>
                    <a:gs pos="100000">
                      <a:schemeClr val="tx1">
                        <a:lumMod val="85000"/>
                        <a:lumOff val="15000"/>
                      </a:schemeClr>
                    </a:gs>
                  </a:gsLst>
                  <a:lin ang="5400000" scaled="1"/>
                </a:gradFill>
                <a:latin typeface="微软雅黑" panose="020B0503020204020204" pitchFamily="34" charset="-122"/>
                <a:ea typeface="微软雅黑" panose="020B0503020204020204" pitchFamily="34" charset="-122"/>
              </a:endParaRPr>
            </a:p>
          </p:txBody>
        </p:sp>
      </p:grpSp>
      <p:sp>
        <p:nvSpPr>
          <p:cNvPr id="11" name="流程图: 磁盘 10"/>
          <p:cNvSpPr/>
          <p:nvPr userDrawn="1"/>
        </p:nvSpPr>
        <p:spPr>
          <a:xfrm>
            <a:off x="5435928" y="1313766"/>
            <a:ext cx="3541457" cy="540841"/>
          </a:xfrm>
          <a:prstGeom prst="flowChartMagneticDisk">
            <a:avLst/>
          </a:prstGeom>
          <a:solidFill>
            <a:srgbClr val="0971CE"/>
          </a:solidFill>
          <a:ln w="635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marL="0" marR="0" lvl="0" indent="0" algn="ctr" defTabSz="914400" rtl="0" eaLnBrk="1" fontAlgn="auto" latinLnBrk="0" hangingPunct="1">
              <a:lnSpc>
                <a:spcPct val="150000"/>
              </a:lnSpc>
              <a:spcBef>
                <a:spcPts val="0"/>
              </a:spcBef>
              <a:spcAft>
                <a:spcPts val="0"/>
              </a:spcAft>
              <a:buClrTx/>
              <a:buSzTx/>
              <a:buFontTx/>
              <a:buNone/>
              <a:defRPr/>
            </a:pPr>
            <a:r>
              <a:rPr kumimoji="0" lang="zh-CN" altLang="en-US" sz="1400" b="0" i="0" u="none" strike="noStrike" kern="1200" cap="none" spc="0" normalizeH="0" baseline="0" noProof="0" dirty="0">
                <a:ln w="11430"/>
                <a:solidFill>
                  <a:schemeClr val="bg1"/>
                </a:solidFill>
                <a:effectLst/>
                <a:uLnTx/>
                <a:uFillTx/>
                <a:latin typeface="Arial" panose="020B0604020202020204" pitchFamily="34" charset="0"/>
                <a:ea typeface="微软雅黑" panose="020B0503020204020204" pitchFamily="34" charset="-122"/>
                <a:cs typeface="Arial" panose="020B0604020202020204" pitchFamily="34" charset="0"/>
              </a:rPr>
              <a:t>*****</a:t>
            </a:r>
            <a:endParaRPr kumimoji="0" lang="zh-CN" altLang="en-US" sz="1400" b="0" i="0" u="none" strike="noStrike" kern="1200" cap="none" spc="0" normalizeH="0" baseline="0" noProof="0" dirty="0">
              <a:ln w="11430"/>
              <a:solidFill>
                <a:schemeClr val="bg1"/>
              </a:solidFill>
              <a:effectLst/>
              <a:uLnTx/>
              <a:uFillTx/>
              <a:latin typeface="Arial" panose="020B0604020202020204" pitchFamily="34" charset="0"/>
              <a:ea typeface="微软雅黑" panose="020B0503020204020204" pitchFamily="34" charset="-122"/>
              <a:cs typeface="Arial" panose="020B0604020202020204" pitchFamily="34" charset="0"/>
            </a:endParaRPr>
          </a:p>
        </p:txBody>
      </p:sp>
      <p:sp>
        <p:nvSpPr>
          <p:cNvPr id="12" name="矩形 11"/>
          <p:cNvSpPr/>
          <p:nvPr userDrawn="1"/>
        </p:nvSpPr>
        <p:spPr>
          <a:xfrm>
            <a:off x="6065654" y="1930095"/>
            <a:ext cx="5166159" cy="863797"/>
          </a:xfrm>
          <a:prstGeom prst="rect">
            <a:avLst/>
          </a:prstGeom>
          <a:noFill/>
          <a:ln w="6350">
            <a:solidFill>
              <a:srgbClr val="003F9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050" b="0" i="0" u="none" strike="noStrike" kern="120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13" name="圆角矩形 12"/>
          <p:cNvSpPr/>
          <p:nvPr userDrawn="1"/>
        </p:nvSpPr>
        <p:spPr>
          <a:xfrm>
            <a:off x="6184388" y="2038679"/>
            <a:ext cx="835936" cy="287011"/>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lnSpc>
                <a:spcPct val="120000"/>
              </a:lnSpc>
            </a:pPr>
            <a:r>
              <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rPr>
              <a:t>管理部门</a:t>
            </a:r>
            <a:endPar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14" name="矩形 34"/>
          <p:cNvSpPr>
            <a:spLocks noChangeArrowheads="1"/>
          </p:cNvSpPr>
          <p:nvPr userDrawn="1"/>
        </p:nvSpPr>
        <p:spPr bwMode="auto">
          <a:xfrm>
            <a:off x="5436888" y="1922388"/>
            <a:ext cx="628765" cy="879454"/>
          </a:xfrm>
          <a:prstGeom prst="rect">
            <a:avLst/>
          </a:prstGeom>
          <a:solidFill>
            <a:srgbClr val="003F98"/>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r>
              <a:rPr lang="zh-CN" altLang="en-US" sz="1100" dirty="0">
                <a:ln w="11430"/>
                <a:solidFill>
                  <a:schemeClr val="bg1"/>
                </a:solidFill>
                <a:latin typeface="微软雅黑" panose="020B0503020204020204" pitchFamily="34" charset="-122"/>
                <a:ea typeface="微软雅黑" panose="020B0503020204020204" pitchFamily="34" charset="-122"/>
                <a:sym typeface="Arial" panose="020B0604020202020204" pitchFamily="34" charset="0"/>
              </a:rPr>
              <a:t>数据</a:t>
            </a:r>
            <a:endParaRPr lang="zh-CN" altLang="en-US" sz="1100" dirty="0">
              <a:ln w="11430"/>
              <a:solidFill>
                <a:schemeClr val="bg1"/>
              </a:solidFill>
              <a:latin typeface="微软雅黑" panose="020B0503020204020204" pitchFamily="34" charset="-122"/>
              <a:ea typeface="微软雅黑" panose="020B0503020204020204" pitchFamily="34" charset="-122"/>
              <a:sym typeface="Arial" panose="020B0604020202020204" pitchFamily="34" charset="0"/>
            </a:endParaRPr>
          </a:p>
          <a:p>
            <a:pPr algn="ctr"/>
            <a:r>
              <a:rPr lang="zh-CN" altLang="en-US" sz="1100" dirty="0">
                <a:ln w="11430"/>
                <a:solidFill>
                  <a:schemeClr val="bg1"/>
                </a:solidFill>
                <a:latin typeface="微软雅黑" panose="020B0503020204020204" pitchFamily="34" charset="-122"/>
                <a:ea typeface="微软雅黑" panose="020B0503020204020204" pitchFamily="34" charset="-122"/>
                <a:sym typeface="Arial" panose="020B0604020202020204" pitchFamily="34" charset="0"/>
              </a:rPr>
              <a:t>对象</a:t>
            </a:r>
            <a:endParaRPr lang="zh-CN" altLang="en-US" sz="1100" dirty="0">
              <a:ln w="11430"/>
              <a:solidFill>
                <a:schemeClr val="bg1"/>
              </a:solidFill>
              <a:latin typeface="微软雅黑" panose="020B0503020204020204" pitchFamily="34" charset="-122"/>
              <a:ea typeface="微软雅黑" panose="020B0503020204020204" pitchFamily="34" charset="-122"/>
              <a:sym typeface="Arial" panose="020B0604020202020204" pitchFamily="34" charset="0"/>
            </a:endParaRPr>
          </a:p>
        </p:txBody>
      </p:sp>
      <p:sp>
        <p:nvSpPr>
          <p:cNvPr id="15" name="圆角矩形 14"/>
          <p:cNvSpPr/>
          <p:nvPr userDrawn="1"/>
        </p:nvSpPr>
        <p:spPr>
          <a:xfrm>
            <a:off x="7096759" y="2038679"/>
            <a:ext cx="861931" cy="287011"/>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lnSpc>
                <a:spcPct val="120000"/>
              </a:lnSpc>
            </a:pPr>
            <a:r>
              <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rPr>
              <a:t>医疗机构</a:t>
            </a:r>
            <a:endPar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endParaRPr>
          </a:p>
        </p:txBody>
      </p:sp>
      <p:sp>
        <p:nvSpPr>
          <p:cNvPr id="16" name="圆角矩形 15"/>
          <p:cNvSpPr/>
          <p:nvPr userDrawn="1"/>
        </p:nvSpPr>
        <p:spPr>
          <a:xfrm>
            <a:off x="7548324" y="2401117"/>
            <a:ext cx="895925" cy="295029"/>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lnSpc>
                <a:spcPct val="120000"/>
              </a:lnSpc>
            </a:pPr>
            <a:r>
              <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rPr>
              <a:t>诊疗信息</a:t>
            </a:r>
            <a:endPar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endParaRPr>
          </a:p>
        </p:txBody>
      </p:sp>
      <p:sp>
        <p:nvSpPr>
          <p:cNvPr id="17" name="圆角矩形 16"/>
          <p:cNvSpPr/>
          <p:nvPr userDrawn="1"/>
        </p:nvSpPr>
        <p:spPr>
          <a:xfrm>
            <a:off x="8526943" y="2409135"/>
            <a:ext cx="900887" cy="287011"/>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lnSpc>
                <a:spcPct val="120000"/>
              </a:lnSpc>
            </a:pPr>
            <a:r>
              <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rPr>
              <a:t>随访信息</a:t>
            </a:r>
            <a:endPar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endParaRPr>
          </a:p>
        </p:txBody>
      </p:sp>
      <p:sp>
        <p:nvSpPr>
          <p:cNvPr id="18" name="圆角矩形 17"/>
          <p:cNvSpPr/>
          <p:nvPr userDrawn="1"/>
        </p:nvSpPr>
        <p:spPr>
          <a:xfrm>
            <a:off x="9548043" y="2403948"/>
            <a:ext cx="981685" cy="287011"/>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lnSpc>
                <a:spcPct val="120000"/>
              </a:lnSpc>
            </a:pPr>
            <a:r>
              <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rPr>
              <a:t>医保数据</a:t>
            </a:r>
            <a:endPar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endParaRPr>
          </a:p>
        </p:txBody>
      </p:sp>
      <p:sp>
        <p:nvSpPr>
          <p:cNvPr id="19" name="圆角矩形 18"/>
          <p:cNvSpPr/>
          <p:nvPr userDrawn="1"/>
        </p:nvSpPr>
        <p:spPr>
          <a:xfrm>
            <a:off x="10261347" y="2038679"/>
            <a:ext cx="863579" cy="287011"/>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lnSpc>
                <a:spcPct val="120000"/>
              </a:lnSpc>
            </a:pPr>
            <a:r>
              <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rPr>
              <a:t>研究机构</a:t>
            </a:r>
            <a:endPar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endParaRPr>
          </a:p>
        </p:txBody>
      </p:sp>
      <p:sp>
        <p:nvSpPr>
          <p:cNvPr id="20" name="圆角矩形 19"/>
          <p:cNvSpPr/>
          <p:nvPr userDrawn="1"/>
        </p:nvSpPr>
        <p:spPr>
          <a:xfrm>
            <a:off x="6184388" y="2405128"/>
            <a:ext cx="1273152" cy="287011"/>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lnSpc>
                <a:spcPct val="120000"/>
              </a:lnSpc>
            </a:pPr>
            <a:r>
              <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rPr>
              <a:t>患者基本信息</a:t>
            </a:r>
            <a:endPar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endParaRPr>
          </a:p>
        </p:txBody>
      </p:sp>
      <p:sp>
        <p:nvSpPr>
          <p:cNvPr id="21" name="圆角矩形 20"/>
          <p:cNvSpPr/>
          <p:nvPr userDrawn="1"/>
        </p:nvSpPr>
        <p:spPr>
          <a:xfrm>
            <a:off x="8035124" y="2038679"/>
            <a:ext cx="662251" cy="287011"/>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lnSpc>
                <a:spcPct val="120000"/>
              </a:lnSpc>
            </a:pPr>
            <a:r>
              <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rPr>
              <a:t>家庭</a:t>
            </a:r>
            <a:endPar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endParaRPr>
          </a:p>
        </p:txBody>
      </p:sp>
      <p:sp>
        <p:nvSpPr>
          <p:cNvPr id="22" name="圆角矩形 21"/>
          <p:cNvSpPr/>
          <p:nvPr userDrawn="1"/>
        </p:nvSpPr>
        <p:spPr>
          <a:xfrm>
            <a:off x="8773810" y="2038679"/>
            <a:ext cx="697799" cy="287011"/>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lnSpc>
                <a:spcPct val="120000"/>
              </a:lnSpc>
            </a:pPr>
            <a:r>
              <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rPr>
              <a:t>患者</a:t>
            </a:r>
            <a:endPar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endParaRPr>
          </a:p>
        </p:txBody>
      </p:sp>
      <p:sp>
        <p:nvSpPr>
          <p:cNvPr id="23" name="圆角矩形 22"/>
          <p:cNvSpPr/>
          <p:nvPr userDrawn="1"/>
        </p:nvSpPr>
        <p:spPr>
          <a:xfrm>
            <a:off x="9548043" y="2038679"/>
            <a:ext cx="636868" cy="287011"/>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r>
              <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rPr>
              <a:t>企业</a:t>
            </a:r>
            <a:endPar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endParaRPr>
          </a:p>
        </p:txBody>
      </p:sp>
      <p:sp>
        <p:nvSpPr>
          <p:cNvPr id="24" name="圆角矩形 23"/>
          <p:cNvSpPr/>
          <p:nvPr userDrawn="1"/>
        </p:nvSpPr>
        <p:spPr>
          <a:xfrm>
            <a:off x="7940091" y="3057753"/>
            <a:ext cx="1003524" cy="316320"/>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r>
              <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rPr>
              <a:t>分布式</a:t>
            </a:r>
            <a:endParaRPr lang="en-US" altLang="zh-CN" sz="1000" dirty="0">
              <a:ln w="11430"/>
              <a:solidFill>
                <a:schemeClr val="tx1">
                  <a:lumMod val="95000"/>
                  <a:lumOff val="5000"/>
                </a:schemeClr>
              </a:solidFill>
              <a:latin typeface="微软雅黑" panose="020B0503020204020204" pitchFamily="34" charset="-122"/>
              <a:ea typeface="微软雅黑" panose="020B0503020204020204" pitchFamily="34" charset="-122"/>
            </a:endParaRPr>
          </a:p>
          <a:p>
            <a:pPr algn="ctr"/>
            <a:r>
              <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rPr>
              <a:t>数据库</a:t>
            </a:r>
            <a:endPar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25" name="矩形 24"/>
          <p:cNvSpPr>
            <a:spLocks noChangeArrowheads="1"/>
          </p:cNvSpPr>
          <p:nvPr userDrawn="1"/>
        </p:nvSpPr>
        <p:spPr bwMode="auto">
          <a:xfrm>
            <a:off x="5438331" y="2996451"/>
            <a:ext cx="628765" cy="880914"/>
          </a:xfrm>
          <a:prstGeom prst="rect">
            <a:avLst/>
          </a:prstGeom>
          <a:solidFill>
            <a:srgbClr val="003F98"/>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r>
              <a:rPr lang="zh-CN" altLang="en-US" sz="1100" dirty="0">
                <a:ln w="11430"/>
                <a:solidFill>
                  <a:schemeClr val="bg1"/>
                </a:solidFill>
                <a:latin typeface="微软雅黑" panose="020B0503020204020204" pitchFamily="34" charset="-122"/>
                <a:ea typeface="微软雅黑" panose="020B0503020204020204" pitchFamily="34" charset="-122"/>
                <a:sym typeface="Arial" panose="020B0604020202020204" pitchFamily="34" charset="0"/>
              </a:rPr>
              <a:t>数据</a:t>
            </a:r>
            <a:endParaRPr lang="zh-CN" altLang="en-US" sz="1100" dirty="0">
              <a:ln w="11430"/>
              <a:solidFill>
                <a:schemeClr val="bg1"/>
              </a:solidFill>
              <a:latin typeface="微软雅黑" panose="020B0503020204020204" pitchFamily="34" charset="-122"/>
              <a:ea typeface="微软雅黑" panose="020B0503020204020204" pitchFamily="34" charset="-122"/>
              <a:sym typeface="Arial" panose="020B0604020202020204" pitchFamily="34" charset="0"/>
            </a:endParaRPr>
          </a:p>
          <a:p>
            <a:pPr algn="ctr"/>
            <a:r>
              <a:rPr lang="zh-CN" altLang="en-US" sz="1100" dirty="0">
                <a:ln w="11430"/>
                <a:solidFill>
                  <a:schemeClr val="bg1"/>
                </a:solidFill>
                <a:latin typeface="微软雅黑" panose="020B0503020204020204" pitchFamily="34" charset="-122"/>
                <a:ea typeface="微软雅黑" panose="020B0503020204020204" pitchFamily="34" charset="-122"/>
                <a:sym typeface="Arial" panose="020B0604020202020204" pitchFamily="34" charset="0"/>
              </a:rPr>
              <a:t>存储</a:t>
            </a:r>
            <a:endParaRPr lang="zh-CN" altLang="en-US" sz="1100" dirty="0">
              <a:ln w="11430"/>
              <a:solidFill>
                <a:schemeClr val="bg1"/>
              </a:solidFill>
              <a:latin typeface="微软雅黑" panose="020B0503020204020204" pitchFamily="34" charset="-122"/>
              <a:ea typeface="微软雅黑" panose="020B0503020204020204" pitchFamily="34" charset="-122"/>
              <a:sym typeface="Arial" panose="020B0604020202020204" pitchFamily="34" charset="0"/>
            </a:endParaRPr>
          </a:p>
        </p:txBody>
      </p:sp>
      <p:sp>
        <p:nvSpPr>
          <p:cNvPr id="26" name="矩形 25"/>
          <p:cNvSpPr/>
          <p:nvPr userDrawn="1"/>
        </p:nvSpPr>
        <p:spPr>
          <a:xfrm>
            <a:off x="6067095" y="2993527"/>
            <a:ext cx="5166159" cy="863797"/>
          </a:xfrm>
          <a:prstGeom prst="rect">
            <a:avLst/>
          </a:prstGeom>
          <a:noFill/>
          <a:ln w="6350">
            <a:solidFill>
              <a:srgbClr val="003F9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50">
              <a:solidFill>
                <a:prstClr val="white"/>
              </a:solidFill>
              <a:latin typeface="等线" panose="02010600030101010101" charset="-122"/>
              <a:ea typeface="等线" panose="02010600030101010101" charset="-122"/>
            </a:endParaRPr>
          </a:p>
        </p:txBody>
      </p:sp>
      <p:sp>
        <p:nvSpPr>
          <p:cNvPr id="27" name="圆角矩形 26"/>
          <p:cNvSpPr/>
          <p:nvPr userDrawn="1"/>
        </p:nvSpPr>
        <p:spPr>
          <a:xfrm>
            <a:off x="7940091" y="3460896"/>
            <a:ext cx="1003524" cy="343417"/>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r>
              <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rPr>
              <a:t>分布式文件系统</a:t>
            </a:r>
            <a:endPar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28" name="圆角矩形 27"/>
          <p:cNvSpPr/>
          <p:nvPr userDrawn="1"/>
        </p:nvSpPr>
        <p:spPr>
          <a:xfrm>
            <a:off x="9048494" y="3460896"/>
            <a:ext cx="2064964" cy="343417"/>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r>
              <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rPr>
              <a:t>数据资源目录与管理</a:t>
            </a:r>
            <a:endPar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29" name="矩形 34"/>
          <p:cNvSpPr>
            <a:spLocks noChangeArrowheads="1"/>
          </p:cNvSpPr>
          <p:nvPr userDrawn="1"/>
        </p:nvSpPr>
        <p:spPr bwMode="auto">
          <a:xfrm>
            <a:off x="5438331" y="4065426"/>
            <a:ext cx="628765" cy="452052"/>
          </a:xfrm>
          <a:prstGeom prst="rect">
            <a:avLst/>
          </a:prstGeom>
          <a:solidFill>
            <a:srgbClr val="003F98"/>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r>
              <a:rPr lang="zh-CN" altLang="en-US" sz="1100" dirty="0">
                <a:ln w="11430"/>
                <a:solidFill>
                  <a:schemeClr val="bg1"/>
                </a:solidFill>
                <a:latin typeface="微软雅黑" panose="020B0503020204020204" pitchFamily="34" charset="-122"/>
                <a:ea typeface="微软雅黑" panose="020B0503020204020204" pitchFamily="34" charset="-122"/>
                <a:sym typeface="Arial" panose="020B0604020202020204" pitchFamily="34" charset="0"/>
              </a:rPr>
              <a:t>预</a:t>
            </a:r>
            <a:endParaRPr lang="en-US" altLang="zh-CN" sz="1100" dirty="0">
              <a:ln w="11430"/>
              <a:solidFill>
                <a:schemeClr val="bg1"/>
              </a:solidFill>
              <a:latin typeface="微软雅黑" panose="020B0503020204020204" pitchFamily="34" charset="-122"/>
              <a:ea typeface="微软雅黑" panose="020B0503020204020204" pitchFamily="34" charset="-122"/>
              <a:sym typeface="Arial" panose="020B0604020202020204" pitchFamily="34" charset="0"/>
            </a:endParaRPr>
          </a:p>
          <a:p>
            <a:pPr algn="ctr"/>
            <a:r>
              <a:rPr lang="zh-CN" altLang="en-US" sz="1100" dirty="0">
                <a:ln w="11430"/>
                <a:solidFill>
                  <a:schemeClr val="bg1"/>
                </a:solidFill>
                <a:latin typeface="微软雅黑" panose="020B0503020204020204" pitchFamily="34" charset="-122"/>
                <a:ea typeface="微软雅黑" panose="020B0503020204020204" pitchFamily="34" charset="-122"/>
                <a:sym typeface="Arial" panose="020B0604020202020204" pitchFamily="34" charset="0"/>
              </a:rPr>
              <a:t>处理</a:t>
            </a:r>
            <a:endParaRPr lang="zh-CN" altLang="en-US" sz="1100" dirty="0">
              <a:ln w="11430"/>
              <a:solidFill>
                <a:schemeClr val="bg1"/>
              </a:solidFill>
              <a:latin typeface="微软雅黑" panose="020B0503020204020204" pitchFamily="34" charset="-122"/>
              <a:ea typeface="微软雅黑" panose="020B0503020204020204" pitchFamily="34" charset="-122"/>
              <a:sym typeface="Arial" panose="020B0604020202020204" pitchFamily="34" charset="0"/>
            </a:endParaRPr>
          </a:p>
        </p:txBody>
      </p:sp>
      <p:sp>
        <p:nvSpPr>
          <p:cNvPr id="30" name="矩形 29"/>
          <p:cNvSpPr/>
          <p:nvPr userDrawn="1"/>
        </p:nvSpPr>
        <p:spPr>
          <a:xfrm>
            <a:off x="6067095" y="4057204"/>
            <a:ext cx="5166159" cy="451562"/>
          </a:xfrm>
          <a:prstGeom prst="rect">
            <a:avLst/>
          </a:prstGeom>
          <a:noFill/>
          <a:ln w="6350">
            <a:solidFill>
              <a:srgbClr val="003F9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50">
              <a:solidFill>
                <a:prstClr val="white"/>
              </a:solidFill>
              <a:latin typeface="等线" panose="02010600030101010101" charset="-122"/>
              <a:ea typeface="等线" panose="02010600030101010101" charset="-122"/>
            </a:endParaRPr>
          </a:p>
        </p:txBody>
      </p:sp>
      <p:sp>
        <p:nvSpPr>
          <p:cNvPr id="31" name="圆角矩形 30"/>
          <p:cNvSpPr/>
          <p:nvPr userDrawn="1"/>
        </p:nvSpPr>
        <p:spPr>
          <a:xfrm>
            <a:off x="6184388" y="4139358"/>
            <a:ext cx="754709" cy="287011"/>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r>
              <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rPr>
              <a:t>清洗</a:t>
            </a:r>
            <a:endPar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endParaRPr>
          </a:p>
        </p:txBody>
      </p:sp>
      <p:sp>
        <p:nvSpPr>
          <p:cNvPr id="32" name="圆角矩形 31"/>
          <p:cNvSpPr/>
          <p:nvPr userDrawn="1"/>
        </p:nvSpPr>
        <p:spPr>
          <a:xfrm>
            <a:off x="7080426" y="4139358"/>
            <a:ext cx="754229" cy="287011"/>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r>
              <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rPr>
              <a:t>转换</a:t>
            </a:r>
            <a:endPar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endParaRPr>
          </a:p>
        </p:txBody>
      </p:sp>
      <p:sp>
        <p:nvSpPr>
          <p:cNvPr id="33" name="圆角矩形 32"/>
          <p:cNvSpPr/>
          <p:nvPr userDrawn="1"/>
        </p:nvSpPr>
        <p:spPr>
          <a:xfrm>
            <a:off x="7975967" y="4139358"/>
            <a:ext cx="754229" cy="287011"/>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r>
              <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rPr>
              <a:t>解释</a:t>
            </a:r>
            <a:endPar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endParaRPr>
          </a:p>
        </p:txBody>
      </p:sp>
      <p:sp>
        <p:nvSpPr>
          <p:cNvPr id="34" name="圆角矩形 33"/>
          <p:cNvSpPr/>
          <p:nvPr userDrawn="1"/>
        </p:nvSpPr>
        <p:spPr>
          <a:xfrm>
            <a:off x="8852074" y="4139358"/>
            <a:ext cx="754229" cy="287011"/>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r>
              <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rPr>
              <a:t>融合</a:t>
            </a:r>
            <a:endPar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endParaRPr>
          </a:p>
        </p:txBody>
      </p:sp>
      <p:sp>
        <p:nvSpPr>
          <p:cNvPr id="35" name="圆角矩形 34"/>
          <p:cNvSpPr/>
          <p:nvPr userDrawn="1"/>
        </p:nvSpPr>
        <p:spPr>
          <a:xfrm>
            <a:off x="9716869" y="4139358"/>
            <a:ext cx="1391404" cy="287011"/>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algn="ctr">
              <a:lnSpc>
                <a:spcPct val="120000"/>
              </a:lnSpc>
            </a:pPr>
            <a:r>
              <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rPr>
              <a:t>加工更新</a:t>
            </a:r>
            <a:endPar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sym typeface="+mn-ea"/>
            </a:endParaRPr>
          </a:p>
        </p:txBody>
      </p:sp>
      <p:sp>
        <p:nvSpPr>
          <p:cNvPr id="36" name="圆角矩形 35"/>
          <p:cNvSpPr/>
          <p:nvPr userDrawn="1"/>
        </p:nvSpPr>
        <p:spPr>
          <a:xfrm>
            <a:off x="8732382" y="4799095"/>
            <a:ext cx="1147116" cy="313555"/>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r>
              <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rPr>
              <a:t>技术标准</a:t>
            </a:r>
            <a:endPar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37" name="圆角矩形 36"/>
          <p:cNvSpPr/>
          <p:nvPr userDrawn="1"/>
        </p:nvSpPr>
        <p:spPr>
          <a:xfrm>
            <a:off x="9989107" y="4799095"/>
            <a:ext cx="1155216" cy="313555"/>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r>
              <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rPr>
              <a:t>基础标准</a:t>
            </a:r>
            <a:endPar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38" name="圆角矩形 37"/>
          <p:cNvSpPr/>
          <p:nvPr userDrawn="1"/>
        </p:nvSpPr>
        <p:spPr>
          <a:xfrm>
            <a:off x="7409618" y="4799095"/>
            <a:ext cx="1213156" cy="313555"/>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r>
              <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rPr>
              <a:t>数据标准</a:t>
            </a:r>
            <a:endPar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39" name="圆角矩形 38"/>
          <p:cNvSpPr/>
          <p:nvPr userDrawn="1"/>
        </p:nvSpPr>
        <p:spPr>
          <a:xfrm>
            <a:off x="6184388" y="4799095"/>
            <a:ext cx="1115621" cy="313555"/>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r>
              <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rPr>
              <a:t>采集模型</a:t>
            </a:r>
            <a:endPar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40" name="流程图: 磁盘 39"/>
          <p:cNvSpPr/>
          <p:nvPr userDrawn="1"/>
        </p:nvSpPr>
        <p:spPr>
          <a:xfrm>
            <a:off x="6184388" y="5191732"/>
            <a:ext cx="996024" cy="763703"/>
          </a:xfrm>
          <a:prstGeom prst="flowChartMagneticDisk">
            <a:avLst/>
          </a:prstGeom>
          <a:solidFill>
            <a:srgbClr val="D3E4FC"/>
          </a:solidFill>
          <a:ln w="635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endParaRPr lang="zh-CN" altLang="en-US" sz="800">
              <a:ln w="11430"/>
              <a:gradFill>
                <a:gsLst>
                  <a:gs pos="0">
                    <a:schemeClr val="tx1">
                      <a:lumMod val="95000"/>
                      <a:lumOff val="5000"/>
                    </a:schemeClr>
                  </a:gs>
                  <a:gs pos="100000">
                    <a:schemeClr val="tx1">
                      <a:lumMod val="95000"/>
                      <a:lumOff val="5000"/>
                    </a:schemeClr>
                  </a:gs>
                </a:gsLst>
                <a:lin ang="5400000" scaled="1"/>
              </a:gradFill>
              <a:latin typeface="微软雅黑" panose="020B0503020204020204" pitchFamily="34" charset="-122"/>
              <a:ea typeface="微软雅黑" panose="020B0503020204020204" pitchFamily="34" charset="-122"/>
            </a:endParaRPr>
          </a:p>
        </p:txBody>
      </p:sp>
      <p:sp>
        <p:nvSpPr>
          <p:cNvPr id="41" name="矩形 40"/>
          <p:cNvSpPr/>
          <p:nvPr userDrawn="1"/>
        </p:nvSpPr>
        <p:spPr>
          <a:xfrm>
            <a:off x="6064692" y="5475977"/>
            <a:ext cx="1235317" cy="424732"/>
          </a:xfrm>
          <a:prstGeom prst="rect">
            <a:avLst/>
          </a:prstGeom>
        </p:spPr>
        <p:txBody>
          <a:bodyPr wrap="square">
            <a:spAutoFit/>
          </a:bodyPr>
          <a:lstStyle/>
          <a:p>
            <a:pPr lvl="0" algn="ctr">
              <a:lnSpc>
                <a:spcPct val="120000"/>
              </a:lnSpc>
              <a:defRPr/>
            </a:pPr>
            <a:r>
              <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rPr>
              <a:t>各级卫生部门</a:t>
            </a:r>
            <a:endPar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endParaRPr>
          </a:p>
          <a:p>
            <a:pPr lvl="0" algn="ctr">
              <a:lnSpc>
                <a:spcPct val="120000"/>
              </a:lnSpc>
              <a:defRPr/>
            </a:pPr>
            <a:r>
              <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rPr>
              <a:t>电子健康档案</a:t>
            </a:r>
            <a:endPar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grpSp>
        <p:nvGrpSpPr>
          <p:cNvPr id="42" name="组合 41"/>
          <p:cNvGrpSpPr/>
          <p:nvPr userDrawn="1"/>
        </p:nvGrpSpPr>
        <p:grpSpPr>
          <a:xfrm>
            <a:off x="7050805" y="5191730"/>
            <a:ext cx="1424655" cy="763703"/>
            <a:chOff x="4188" y="8911"/>
            <a:chExt cx="2497" cy="1381"/>
          </a:xfrm>
        </p:grpSpPr>
        <p:sp>
          <p:nvSpPr>
            <p:cNvPr id="43" name="流程图: 磁盘 42"/>
            <p:cNvSpPr/>
            <p:nvPr/>
          </p:nvSpPr>
          <p:spPr>
            <a:xfrm>
              <a:off x="4514" y="8911"/>
              <a:ext cx="1845" cy="1381"/>
            </a:xfrm>
            <a:prstGeom prst="flowChartMagneticDisk">
              <a:avLst/>
            </a:prstGeom>
            <a:solidFill>
              <a:srgbClr val="D3E4FC"/>
            </a:solidFill>
            <a:ln w="635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endParaRPr lang="zh-CN" altLang="en-US" sz="800">
                <a:ln w="11430"/>
                <a:gradFill>
                  <a:gsLst>
                    <a:gs pos="0">
                      <a:schemeClr val="tx1">
                        <a:lumMod val="95000"/>
                        <a:lumOff val="5000"/>
                      </a:schemeClr>
                    </a:gs>
                    <a:gs pos="100000">
                      <a:schemeClr val="tx1">
                        <a:lumMod val="95000"/>
                        <a:lumOff val="5000"/>
                      </a:schemeClr>
                    </a:gs>
                  </a:gsLst>
                  <a:lin ang="5400000" scaled="1"/>
                </a:gradFill>
                <a:latin typeface="微软雅黑" panose="020B0503020204020204" pitchFamily="34" charset="-122"/>
                <a:ea typeface="微软雅黑" panose="020B0503020204020204" pitchFamily="34" charset="-122"/>
              </a:endParaRPr>
            </a:p>
          </p:txBody>
        </p:sp>
        <p:sp>
          <p:nvSpPr>
            <p:cNvPr id="44" name="文本框 43"/>
            <p:cNvSpPr txBox="1"/>
            <p:nvPr/>
          </p:nvSpPr>
          <p:spPr>
            <a:xfrm>
              <a:off x="4188" y="9425"/>
              <a:ext cx="2497" cy="768"/>
            </a:xfrm>
            <a:prstGeom prst="rect">
              <a:avLst/>
            </a:prstGeom>
          </p:spPr>
          <p:txBody>
            <a:bodyPr wrap="square">
              <a:spAutoFit/>
            </a:bodyPr>
            <a:lstStyle>
              <a:defPPr>
                <a:defRPr lang="zh-CN"/>
              </a:defPPr>
              <a:lvl1pPr lvl="0" algn="ctr">
                <a:lnSpc>
                  <a:spcPct val="120000"/>
                </a:lnSpc>
                <a:defRPr sz="800">
                  <a:ln w="11430"/>
                  <a:gradFill>
                    <a:gsLst>
                      <a:gs pos="0">
                        <a:schemeClr val="tx1">
                          <a:lumMod val="95000"/>
                          <a:lumOff val="5000"/>
                        </a:schemeClr>
                      </a:gs>
                      <a:gs pos="100000">
                        <a:schemeClr val="tx1">
                          <a:lumMod val="95000"/>
                          <a:lumOff val="5000"/>
                        </a:schemeClr>
                      </a:gs>
                    </a:gsLst>
                    <a:lin ang="5400000" scaled="1"/>
                  </a:gradFill>
                  <a:latin typeface="微软雅黑" panose="020B0503020204020204" pitchFamily="34" charset="-122"/>
                  <a:ea typeface="微软雅黑" panose="020B0503020204020204" pitchFamily="34" charset="-122"/>
                </a:defRPr>
              </a:lvl1pPr>
            </a:lstStyle>
            <a:p>
              <a:r>
                <a:rPr lang="zh-CN" altLang="en-US" sz="900" dirty="0">
                  <a:solidFill>
                    <a:schemeClr val="tx1">
                      <a:lumMod val="95000"/>
                      <a:lumOff val="5000"/>
                    </a:schemeClr>
                  </a:solidFill>
                </a:rPr>
                <a:t>各类医疗机构</a:t>
              </a:r>
              <a:endParaRPr lang="zh-CN" altLang="en-US" sz="900" dirty="0">
                <a:solidFill>
                  <a:schemeClr val="tx1">
                    <a:lumMod val="95000"/>
                    <a:lumOff val="5000"/>
                  </a:schemeClr>
                </a:solidFill>
              </a:endParaRPr>
            </a:p>
            <a:p>
              <a:r>
                <a:rPr lang="zh-CN" altLang="en-US" sz="900" dirty="0">
                  <a:solidFill>
                    <a:schemeClr val="tx1">
                      <a:lumMod val="95000"/>
                      <a:lumOff val="5000"/>
                    </a:schemeClr>
                  </a:solidFill>
                </a:rPr>
                <a:t>电子病历数据</a:t>
              </a:r>
              <a:endParaRPr lang="zh-CN" altLang="en-US" sz="900" dirty="0">
                <a:solidFill>
                  <a:schemeClr val="tx1">
                    <a:lumMod val="95000"/>
                    <a:lumOff val="5000"/>
                  </a:schemeClr>
                </a:solidFill>
              </a:endParaRPr>
            </a:p>
          </p:txBody>
        </p:sp>
      </p:grpSp>
      <p:grpSp>
        <p:nvGrpSpPr>
          <p:cNvPr id="45" name="组合 44"/>
          <p:cNvGrpSpPr/>
          <p:nvPr userDrawn="1"/>
        </p:nvGrpSpPr>
        <p:grpSpPr>
          <a:xfrm>
            <a:off x="8188285" y="5191730"/>
            <a:ext cx="1436664" cy="763703"/>
            <a:chOff x="6368" y="8911"/>
            <a:chExt cx="2470" cy="1381"/>
          </a:xfrm>
        </p:grpSpPr>
        <p:sp>
          <p:nvSpPr>
            <p:cNvPr id="46" name="流程图: 磁盘 45"/>
            <p:cNvSpPr/>
            <p:nvPr/>
          </p:nvSpPr>
          <p:spPr>
            <a:xfrm>
              <a:off x="6630" y="8911"/>
              <a:ext cx="1845" cy="1381"/>
            </a:xfrm>
            <a:prstGeom prst="flowChartMagneticDisk">
              <a:avLst/>
            </a:prstGeom>
            <a:solidFill>
              <a:srgbClr val="D3E4FC"/>
            </a:solidFill>
            <a:ln w="635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endParaRPr lang="zh-CN" altLang="en-US" sz="800">
                <a:ln w="11430"/>
                <a:gradFill>
                  <a:gsLst>
                    <a:gs pos="0">
                      <a:schemeClr val="tx1">
                        <a:lumMod val="95000"/>
                        <a:lumOff val="5000"/>
                      </a:schemeClr>
                    </a:gs>
                    <a:gs pos="100000">
                      <a:schemeClr val="tx1">
                        <a:lumMod val="95000"/>
                        <a:lumOff val="5000"/>
                      </a:schemeClr>
                    </a:gs>
                  </a:gsLst>
                  <a:lin ang="5400000" scaled="1"/>
                </a:gradFill>
                <a:latin typeface="微软雅黑" panose="020B0503020204020204" pitchFamily="34" charset="-122"/>
                <a:ea typeface="微软雅黑" panose="020B0503020204020204" pitchFamily="34" charset="-122"/>
              </a:endParaRPr>
            </a:p>
          </p:txBody>
        </p:sp>
        <p:sp>
          <p:nvSpPr>
            <p:cNvPr id="47" name="矩形 46"/>
            <p:cNvSpPr/>
            <p:nvPr/>
          </p:nvSpPr>
          <p:spPr>
            <a:xfrm>
              <a:off x="6368" y="9430"/>
              <a:ext cx="2470" cy="768"/>
            </a:xfrm>
            <a:prstGeom prst="rect">
              <a:avLst/>
            </a:prstGeom>
          </p:spPr>
          <p:txBody>
            <a:bodyPr wrap="square">
              <a:spAutoFit/>
            </a:bodyPr>
            <a:lstStyle/>
            <a:p>
              <a:pPr algn="ctr">
                <a:lnSpc>
                  <a:spcPct val="120000"/>
                </a:lnSpc>
              </a:pPr>
              <a:r>
                <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rPr>
                <a:t>疾病控制中心</a:t>
              </a:r>
              <a:endPar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endParaRPr>
            </a:p>
            <a:p>
              <a:pPr algn="ctr">
                <a:lnSpc>
                  <a:spcPct val="120000"/>
                </a:lnSpc>
              </a:pPr>
              <a:r>
                <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rPr>
                <a:t>公共卫生数据</a:t>
              </a:r>
              <a:endPar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grpSp>
      <p:grpSp>
        <p:nvGrpSpPr>
          <p:cNvPr id="48" name="组合 47"/>
          <p:cNvGrpSpPr/>
          <p:nvPr userDrawn="1"/>
        </p:nvGrpSpPr>
        <p:grpSpPr>
          <a:xfrm>
            <a:off x="9375179" y="5191730"/>
            <a:ext cx="1098416" cy="763703"/>
            <a:chOff x="8561" y="8911"/>
            <a:chExt cx="2285" cy="1381"/>
          </a:xfrm>
        </p:grpSpPr>
        <p:sp>
          <p:nvSpPr>
            <p:cNvPr id="49" name="流程图: 磁盘 48"/>
            <p:cNvSpPr/>
            <p:nvPr/>
          </p:nvSpPr>
          <p:spPr>
            <a:xfrm>
              <a:off x="8746" y="8911"/>
              <a:ext cx="1845" cy="1381"/>
            </a:xfrm>
            <a:prstGeom prst="flowChartMagneticDisk">
              <a:avLst/>
            </a:prstGeom>
            <a:solidFill>
              <a:srgbClr val="D3E4FC"/>
            </a:solidFill>
            <a:ln w="635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endParaRPr lang="zh-CN" altLang="en-US" sz="800">
                <a:ln w="11430"/>
                <a:gradFill>
                  <a:gsLst>
                    <a:gs pos="0">
                      <a:schemeClr val="tx1">
                        <a:lumMod val="95000"/>
                        <a:lumOff val="5000"/>
                      </a:schemeClr>
                    </a:gs>
                    <a:gs pos="100000">
                      <a:schemeClr val="tx1">
                        <a:lumMod val="95000"/>
                        <a:lumOff val="5000"/>
                      </a:schemeClr>
                    </a:gs>
                  </a:gsLst>
                  <a:lin ang="5400000" scaled="1"/>
                </a:gradFill>
                <a:latin typeface="微软雅黑" panose="020B0503020204020204" pitchFamily="34" charset="-122"/>
                <a:ea typeface="微软雅黑" panose="020B0503020204020204" pitchFamily="34" charset="-122"/>
              </a:endParaRPr>
            </a:p>
          </p:txBody>
        </p:sp>
        <p:sp>
          <p:nvSpPr>
            <p:cNvPr id="50" name="文本框 49"/>
            <p:cNvSpPr txBox="1"/>
            <p:nvPr/>
          </p:nvSpPr>
          <p:spPr>
            <a:xfrm>
              <a:off x="8561" y="9425"/>
              <a:ext cx="2285" cy="768"/>
            </a:xfrm>
            <a:prstGeom prst="rect">
              <a:avLst/>
            </a:prstGeom>
          </p:spPr>
          <p:txBody>
            <a:bodyPr wrap="square">
              <a:spAutoFit/>
            </a:bodyPr>
            <a:lstStyle>
              <a:defPPr>
                <a:defRPr lang="zh-CN"/>
              </a:defPPr>
              <a:lvl1pPr lvl="0" algn="ctr">
                <a:lnSpc>
                  <a:spcPct val="120000"/>
                </a:lnSpc>
                <a:defRPr sz="800">
                  <a:ln w="11430"/>
                  <a:gradFill>
                    <a:gsLst>
                      <a:gs pos="0">
                        <a:schemeClr val="tx1">
                          <a:lumMod val="95000"/>
                          <a:lumOff val="5000"/>
                        </a:schemeClr>
                      </a:gs>
                      <a:gs pos="100000">
                        <a:schemeClr val="tx1">
                          <a:lumMod val="95000"/>
                          <a:lumOff val="5000"/>
                        </a:schemeClr>
                      </a:gs>
                    </a:gsLst>
                    <a:lin ang="5400000" scaled="1"/>
                  </a:gradFill>
                  <a:latin typeface="微软雅黑" panose="020B0503020204020204" pitchFamily="34" charset="-122"/>
                  <a:ea typeface="微软雅黑" panose="020B0503020204020204" pitchFamily="34" charset="-122"/>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r>
                <a:rPr lang="zh-CN" altLang="en-US" sz="900" dirty="0">
                  <a:solidFill>
                    <a:schemeClr val="tx1">
                      <a:lumMod val="95000"/>
                      <a:lumOff val="5000"/>
                    </a:schemeClr>
                  </a:solidFill>
                </a:rPr>
                <a:t>基于循证</a:t>
              </a:r>
              <a:endParaRPr lang="zh-CN" altLang="en-US" sz="900" dirty="0">
                <a:solidFill>
                  <a:schemeClr val="tx1">
                    <a:lumMod val="95000"/>
                    <a:lumOff val="5000"/>
                  </a:schemeClr>
                </a:solidFill>
              </a:endParaRPr>
            </a:p>
            <a:p>
              <a:r>
                <a:rPr lang="zh-CN" altLang="en-US" sz="900" dirty="0">
                  <a:solidFill>
                    <a:schemeClr val="tx1">
                      <a:lumMod val="95000"/>
                      <a:lumOff val="5000"/>
                    </a:schemeClr>
                  </a:solidFill>
                </a:rPr>
                <a:t>的网络数据</a:t>
              </a:r>
              <a:endParaRPr lang="zh-CN" altLang="en-US" sz="900" dirty="0">
                <a:solidFill>
                  <a:schemeClr val="tx1">
                    <a:lumMod val="95000"/>
                    <a:lumOff val="5000"/>
                  </a:schemeClr>
                </a:solidFill>
              </a:endParaRPr>
            </a:p>
          </p:txBody>
        </p:sp>
      </p:grpSp>
      <p:grpSp>
        <p:nvGrpSpPr>
          <p:cNvPr id="51" name="组合 50"/>
          <p:cNvGrpSpPr/>
          <p:nvPr userDrawn="1"/>
        </p:nvGrpSpPr>
        <p:grpSpPr>
          <a:xfrm>
            <a:off x="10301389" y="5191730"/>
            <a:ext cx="911340" cy="763703"/>
            <a:chOff x="10683" y="8911"/>
            <a:chExt cx="2158" cy="1381"/>
          </a:xfrm>
        </p:grpSpPr>
        <p:sp>
          <p:nvSpPr>
            <p:cNvPr id="52" name="流程图: 磁盘 51"/>
            <p:cNvSpPr/>
            <p:nvPr/>
          </p:nvSpPr>
          <p:spPr>
            <a:xfrm>
              <a:off x="10862" y="8911"/>
              <a:ext cx="1845" cy="1381"/>
            </a:xfrm>
            <a:prstGeom prst="flowChartMagneticDisk">
              <a:avLst/>
            </a:prstGeom>
            <a:solidFill>
              <a:srgbClr val="D3E4FC"/>
            </a:solidFill>
            <a:ln w="635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endParaRPr lang="zh-CN" altLang="en-US" sz="800">
                <a:ln w="11430"/>
                <a:gradFill>
                  <a:gsLst>
                    <a:gs pos="0">
                      <a:schemeClr val="tx1">
                        <a:lumMod val="95000"/>
                        <a:lumOff val="5000"/>
                      </a:schemeClr>
                    </a:gs>
                    <a:gs pos="100000">
                      <a:schemeClr val="tx1">
                        <a:lumMod val="95000"/>
                        <a:lumOff val="5000"/>
                      </a:schemeClr>
                    </a:gs>
                  </a:gsLst>
                  <a:lin ang="5400000" scaled="1"/>
                </a:gradFill>
                <a:latin typeface="微软雅黑" panose="020B0503020204020204" pitchFamily="34" charset="-122"/>
                <a:ea typeface="微软雅黑" panose="020B0503020204020204" pitchFamily="34" charset="-122"/>
              </a:endParaRPr>
            </a:p>
          </p:txBody>
        </p:sp>
        <p:sp>
          <p:nvSpPr>
            <p:cNvPr id="53" name="文本框 52"/>
            <p:cNvSpPr txBox="1"/>
            <p:nvPr/>
          </p:nvSpPr>
          <p:spPr>
            <a:xfrm>
              <a:off x="10683" y="9425"/>
              <a:ext cx="2158" cy="768"/>
            </a:xfrm>
            <a:prstGeom prst="rect">
              <a:avLst/>
            </a:prstGeom>
          </p:spPr>
          <p:txBody>
            <a:bodyPr wrap="square">
              <a:spAutoFit/>
            </a:bodyPr>
            <a:lstStyle>
              <a:defPPr>
                <a:defRPr lang="zh-CN"/>
              </a:defPPr>
              <a:lvl1pPr lvl="0" algn="ctr">
                <a:lnSpc>
                  <a:spcPct val="120000"/>
                </a:lnSpc>
                <a:defRPr sz="800">
                  <a:ln w="11430"/>
                  <a:gradFill>
                    <a:gsLst>
                      <a:gs pos="0">
                        <a:schemeClr val="tx1">
                          <a:lumMod val="95000"/>
                          <a:lumOff val="5000"/>
                        </a:schemeClr>
                      </a:gs>
                      <a:gs pos="100000">
                        <a:schemeClr val="tx1">
                          <a:lumMod val="95000"/>
                          <a:lumOff val="5000"/>
                        </a:schemeClr>
                      </a:gs>
                    </a:gsLst>
                    <a:lin ang="5400000" scaled="1"/>
                  </a:gradFill>
                  <a:latin typeface="微软雅黑" panose="020B0503020204020204" pitchFamily="34" charset="-122"/>
                  <a:ea typeface="微软雅黑" panose="020B0503020204020204" pitchFamily="34" charset="-122"/>
                </a:defRPr>
              </a:lvl1pPr>
            </a:lstStyle>
            <a:p>
              <a:r>
                <a:rPr lang="zh-CN" altLang="en-US" sz="900" dirty="0">
                  <a:solidFill>
                    <a:schemeClr val="tx1">
                      <a:lumMod val="95000"/>
                      <a:lumOff val="5000"/>
                    </a:schemeClr>
                  </a:solidFill>
                </a:rPr>
                <a:t>日常生活</a:t>
              </a:r>
              <a:endParaRPr lang="en-US" altLang="zh-CN" sz="900" dirty="0">
                <a:solidFill>
                  <a:schemeClr val="tx1">
                    <a:lumMod val="95000"/>
                    <a:lumOff val="5000"/>
                  </a:schemeClr>
                </a:solidFill>
              </a:endParaRPr>
            </a:p>
            <a:p>
              <a:r>
                <a:rPr lang="zh-CN" altLang="en-US" sz="900" dirty="0">
                  <a:solidFill>
                    <a:schemeClr val="tx1">
                      <a:lumMod val="95000"/>
                      <a:lumOff val="5000"/>
                    </a:schemeClr>
                  </a:solidFill>
                </a:rPr>
                <a:t>数据</a:t>
              </a:r>
              <a:endParaRPr lang="zh-CN" altLang="en-US" sz="900" dirty="0">
                <a:solidFill>
                  <a:schemeClr val="tx1">
                    <a:lumMod val="95000"/>
                    <a:lumOff val="5000"/>
                  </a:schemeClr>
                </a:solidFill>
              </a:endParaRPr>
            </a:p>
          </p:txBody>
        </p:sp>
      </p:grpSp>
      <p:sp>
        <p:nvSpPr>
          <p:cNvPr id="54" name="矩形 53"/>
          <p:cNvSpPr/>
          <p:nvPr userDrawn="1"/>
        </p:nvSpPr>
        <p:spPr>
          <a:xfrm>
            <a:off x="6065654" y="4707848"/>
            <a:ext cx="5166159" cy="1333300"/>
          </a:xfrm>
          <a:prstGeom prst="rect">
            <a:avLst/>
          </a:prstGeom>
          <a:noFill/>
          <a:ln w="6350">
            <a:solidFill>
              <a:srgbClr val="003F9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50">
              <a:solidFill>
                <a:prstClr val="white"/>
              </a:solidFill>
              <a:latin typeface="等线" panose="02010600030101010101" charset="-122"/>
              <a:ea typeface="等线" panose="02010600030101010101" charset="-122"/>
            </a:endParaRPr>
          </a:p>
        </p:txBody>
      </p:sp>
      <p:sp>
        <p:nvSpPr>
          <p:cNvPr id="55" name="矩形 34"/>
          <p:cNvSpPr>
            <a:spLocks noChangeArrowheads="1"/>
          </p:cNvSpPr>
          <p:nvPr userDrawn="1"/>
        </p:nvSpPr>
        <p:spPr bwMode="auto">
          <a:xfrm>
            <a:off x="5436408" y="4708402"/>
            <a:ext cx="629245" cy="1332747"/>
          </a:xfrm>
          <a:prstGeom prst="rect">
            <a:avLst/>
          </a:prstGeom>
          <a:solidFill>
            <a:srgbClr val="003F98"/>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r>
              <a:rPr lang="zh-CN" altLang="en-US" sz="1100" dirty="0">
                <a:ln w="11430"/>
                <a:solidFill>
                  <a:schemeClr val="bg1"/>
                </a:solidFill>
                <a:latin typeface="微软雅黑" panose="020B0503020204020204" pitchFamily="34" charset="-122"/>
                <a:ea typeface="微软雅黑" panose="020B0503020204020204" pitchFamily="34" charset="-122"/>
                <a:sym typeface="Arial" panose="020B0604020202020204" pitchFamily="34" charset="0"/>
              </a:rPr>
              <a:t>数据</a:t>
            </a:r>
            <a:endParaRPr lang="zh-CN" altLang="en-US" sz="1100" dirty="0">
              <a:ln w="11430"/>
              <a:solidFill>
                <a:schemeClr val="bg1"/>
              </a:solidFill>
              <a:latin typeface="微软雅黑" panose="020B0503020204020204" pitchFamily="34" charset="-122"/>
              <a:ea typeface="微软雅黑" panose="020B0503020204020204" pitchFamily="34" charset="-122"/>
              <a:sym typeface="Arial" panose="020B0604020202020204" pitchFamily="34" charset="0"/>
            </a:endParaRPr>
          </a:p>
          <a:p>
            <a:pPr algn="ctr"/>
            <a:r>
              <a:rPr lang="zh-CN" altLang="en-US" sz="1100" dirty="0">
                <a:ln w="11430"/>
                <a:solidFill>
                  <a:schemeClr val="bg1"/>
                </a:solidFill>
                <a:latin typeface="微软雅黑" panose="020B0503020204020204" pitchFamily="34" charset="-122"/>
                <a:ea typeface="微软雅黑" panose="020B0503020204020204" pitchFamily="34" charset="-122"/>
                <a:sym typeface="Arial" panose="020B0604020202020204" pitchFamily="34" charset="0"/>
              </a:rPr>
              <a:t>采集</a:t>
            </a:r>
            <a:endParaRPr lang="zh-CN" altLang="en-US" sz="1100" dirty="0">
              <a:ln w="11430"/>
              <a:solidFill>
                <a:schemeClr val="bg1"/>
              </a:solidFill>
              <a:latin typeface="微软雅黑" panose="020B0503020204020204" pitchFamily="34" charset="-122"/>
              <a:ea typeface="微软雅黑" panose="020B0503020204020204" pitchFamily="34" charset="-122"/>
              <a:sym typeface="Arial" panose="020B0604020202020204" pitchFamily="34" charset="0"/>
            </a:endParaRPr>
          </a:p>
        </p:txBody>
      </p:sp>
      <p:sp>
        <p:nvSpPr>
          <p:cNvPr id="56" name="下箭头 55"/>
          <p:cNvSpPr/>
          <p:nvPr userDrawn="1"/>
        </p:nvSpPr>
        <p:spPr>
          <a:xfrm flipV="1">
            <a:off x="8394970" y="2805749"/>
            <a:ext cx="182668" cy="188022"/>
          </a:xfrm>
          <a:prstGeom prst="downArrow">
            <a:avLst/>
          </a:prstGeom>
          <a:solidFill>
            <a:srgbClr val="003F9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50"/>
          </a:p>
        </p:txBody>
      </p:sp>
      <p:sp>
        <p:nvSpPr>
          <p:cNvPr id="57" name="下箭头 56"/>
          <p:cNvSpPr/>
          <p:nvPr userDrawn="1"/>
        </p:nvSpPr>
        <p:spPr>
          <a:xfrm flipV="1">
            <a:off x="8394970" y="3869182"/>
            <a:ext cx="182668" cy="188022"/>
          </a:xfrm>
          <a:prstGeom prst="downArrow">
            <a:avLst/>
          </a:prstGeom>
          <a:solidFill>
            <a:srgbClr val="003F9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50"/>
          </a:p>
        </p:txBody>
      </p:sp>
      <p:sp>
        <p:nvSpPr>
          <p:cNvPr id="58" name="下箭头 57"/>
          <p:cNvSpPr/>
          <p:nvPr userDrawn="1"/>
        </p:nvSpPr>
        <p:spPr>
          <a:xfrm flipV="1">
            <a:off x="8394970" y="4509011"/>
            <a:ext cx="182668" cy="188022"/>
          </a:xfrm>
          <a:prstGeom prst="downArrow">
            <a:avLst/>
          </a:prstGeom>
          <a:solidFill>
            <a:srgbClr val="003F9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50"/>
          </a:p>
        </p:txBody>
      </p:sp>
      <p:sp>
        <p:nvSpPr>
          <p:cNvPr id="59" name="下箭头 58"/>
          <p:cNvSpPr/>
          <p:nvPr userDrawn="1"/>
        </p:nvSpPr>
        <p:spPr>
          <a:xfrm flipV="1">
            <a:off x="8394970" y="1837729"/>
            <a:ext cx="182668" cy="188022"/>
          </a:xfrm>
          <a:prstGeom prst="downArrow">
            <a:avLst/>
          </a:prstGeom>
          <a:solidFill>
            <a:srgbClr val="003F9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50"/>
          </a:p>
        </p:txBody>
      </p:sp>
      <p:sp>
        <p:nvSpPr>
          <p:cNvPr id="60" name="矩形 5"/>
          <p:cNvSpPr>
            <a:spLocks noChangeArrowheads="1"/>
          </p:cNvSpPr>
          <p:nvPr userDrawn="1"/>
        </p:nvSpPr>
        <p:spPr bwMode="auto">
          <a:xfrm>
            <a:off x="11420249" y="1930094"/>
            <a:ext cx="381681" cy="4111054"/>
          </a:xfrm>
          <a:prstGeom prst="rect">
            <a:avLst/>
          </a:prstGeom>
          <a:solidFill>
            <a:srgbClr val="0971CE"/>
          </a:solidFill>
          <a:ln w="635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r>
              <a:rPr lang="zh-CN" altLang="en-US" sz="1200" dirty="0">
                <a:ln w="11430"/>
                <a:solidFill>
                  <a:schemeClr val="bg1"/>
                </a:solidFill>
                <a:latin typeface="微软雅黑" panose="020B0503020204020204" pitchFamily="34" charset="-122"/>
                <a:ea typeface="微软雅黑" panose="020B0503020204020204" pitchFamily="34" charset="-122"/>
              </a:rPr>
              <a:t>安全保障体系</a:t>
            </a:r>
            <a:endParaRPr lang="zh-CN" altLang="en-US" sz="1200" dirty="0">
              <a:ln w="11430"/>
              <a:solidFill>
                <a:schemeClr val="bg1"/>
              </a:solidFill>
              <a:latin typeface="微软雅黑" panose="020B0503020204020204" pitchFamily="34" charset="-122"/>
              <a:ea typeface="微软雅黑" panose="020B0503020204020204" pitchFamily="34" charset="-122"/>
            </a:endParaRPr>
          </a:p>
        </p:txBody>
      </p:sp>
      <p:sp>
        <p:nvSpPr>
          <p:cNvPr id="61" name="文本框 60"/>
          <p:cNvSpPr txBox="1"/>
          <p:nvPr userDrawn="1"/>
        </p:nvSpPr>
        <p:spPr>
          <a:xfrm>
            <a:off x="10529728" y="2382474"/>
            <a:ext cx="828739" cy="369332"/>
          </a:xfrm>
          <a:prstGeom prst="rect">
            <a:avLst/>
          </a:prstGeom>
          <a:noFill/>
        </p:spPr>
        <p:txBody>
          <a:bodyPr wrap="square" rtlCol="0">
            <a:spAutoFit/>
          </a:bodyPr>
          <a:lstStyle/>
          <a:p>
            <a:r>
              <a:rPr lang="en-US" altLang="zh-CN" sz="1800" dirty="0">
                <a:solidFill>
                  <a:schemeClr val="tx1">
                    <a:lumMod val="95000"/>
                    <a:lumOff val="5000"/>
                  </a:schemeClr>
                </a:solidFill>
              </a:rPr>
              <a:t>……</a:t>
            </a:r>
            <a:endParaRPr lang="zh-CN" altLang="en-US" sz="1800" dirty="0">
              <a:solidFill>
                <a:schemeClr val="tx1">
                  <a:lumMod val="95000"/>
                  <a:lumOff val="5000"/>
                </a:schemeClr>
              </a:solidFill>
            </a:endParaRPr>
          </a:p>
        </p:txBody>
      </p:sp>
      <p:sp>
        <p:nvSpPr>
          <p:cNvPr id="62" name="圆角矩形 61"/>
          <p:cNvSpPr/>
          <p:nvPr userDrawn="1"/>
        </p:nvSpPr>
        <p:spPr>
          <a:xfrm>
            <a:off x="9464110" y="1440680"/>
            <a:ext cx="2337820" cy="287011"/>
          </a:xfrm>
          <a:prstGeom prst="roundRect">
            <a:avLst/>
          </a:prstGeom>
          <a:solidFill>
            <a:srgbClr val="0971CE"/>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defRPr/>
            </a:pPr>
            <a:r>
              <a:rPr lang="zh-CN" altLang="en-US" sz="1200" dirty="0">
                <a:solidFill>
                  <a:prstClr val="white"/>
                </a:solidFill>
                <a:latin typeface="等线" panose="02010600030101010101" charset="-122"/>
                <a:ea typeface="等线" panose="02010600030101010101" charset="-122"/>
                <a:sym typeface="+mn-ea"/>
              </a:rPr>
              <a:t>****</a:t>
            </a:r>
            <a:endParaRPr lang="zh-CN" altLang="en-US" sz="1200" dirty="0">
              <a:solidFill>
                <a:prstClr val="white"/>
              </a:solidFill>
              <a:latin typeface="等线" panose="02010600030101010101" charset="-122"/>
              <a:ea typeface="等线" panose="02010600030101010101" charset="-122"/>
              <a:sym typeface="+mn-ea"/>
            </a:endParaRPr>
          </a:p>
        </p:txBody>
      </p:sp>
      <p:sp>
        <p:nvSpPr>
          <p:cNvPr id="63" name="左右箭头 62"/>
          <p:cNvSpPr/>
          <p:nvPr userDrawn="1"/>
        </p:nvSpPr>
        <p:spPr>
          <a:xfrm>
            <a:off x="8997572" y="1515610"/>
            <a:ext cx="416241" cy="212081"/>
          </a:xfrm>
          <a:prstGeom prst="leftRightArrow">
            <a:avLst/>
          </a:prstGeom>
          <a:solidFill>
            <a:srgbClr val="0971C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64" name="左右箭头 63"/>
          <p:cNvSpPr/>
          <p:nvPr userDrawn="1"/>
        </p:nvSpPr>
        <p:spPr>
          <a:xfrm rot="5400000">
            <a:off x="10546717" y="1246246"/>
            <a:ext cx="223835" cy="196849"/>
          </a:xfrm>
          <a:prstGeom prst="leftRightArrow">
            <a:avLst/>
          </a:prstGeom>
          <a:solidFill>
            <a:srgbClr val="0971C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grpSp>
        <p:nvGrpSpPr>
          <p:cNvPr id="65" name="组合 64"/>
          <p:cNvGrpSpPr/>
          <p:nvPr userDrawn="1"/>
        </p:nvGrpSpPr>
        <p:grpSpPr>
          <a:xfrm>
            <a:off x="6156877" y="3057753"/>
            <a:ext cx="1768340" cy="746560"/>
            <a:chOff x="977237" y="3204675"/>
            <a:chExt cx="1326255" cy="746560"/>
          </a:xfrm>
        </p:grpSpPr>
        <p:sp>
          <p:nvSpPr>
            <p:cNvPr id="66" name="圆角矩形 65"/>
            <p:cNvSpPr/>
            <p:nvPr/>
          </p:nvSpPr>
          <p:spPr>
            <a:xfrm>
              <a:off x="997870" y="3204675"/>
              <a:ext cx="1253904" cy="746560"/>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endPar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67" name="矩形 66"/>
            <p:cNvSpPr/>
            <p:nvPr/>
          </p:nvSpPr>
          <p:spPr>
            <a:xfrm>
              <a:off x="977237" y="3553010"/>
              <a:ext cx="1326255" cy="276999"/>
            </a:xfrm>
            <a:prstGeom prst="rect">
              <a:avLst/>
            </a:prstGeom>
          </p:spPr>
          <p:txBody>
            <a:bodyPr wrap="square">
              <a:spAutoFit/>
            </a:bodyPr>
            <a:lstStyle/>
            <a:p>
              <a:pPr algn="ctr">
                <a:lnSpc>
                  <a:spcPct val="120000"/>
                </a:lnSpc>
              </a:pPr>
              <a:r>
                <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rPr>
                <a:t>数据</a:t>
              </a:r>
              <a:endPar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grpSp>
      <p:grpSp>
        <p:nvGrpSpPr>
          <p:cNvPr id="68" name="组合 67"/>
          <p:cNvGrpSpPr/>
          <p:nvPr userDrawn="1"/>
        </p:nvGrpSpPr>
        <p:grpSpPr>
          <a:xfrm>
            <a:off x="9047622" y="3057754"/>
            <a:ext cx="952801" cy="313555"/>
            <a:chOff x="3145296" y="3204675"/>
            <a:chExt cx="714601" cy="313555"/>
          </a:xfrm>
        </p:grpSpPr>
        <p:sp>
          <p:nvSpPr>
            <p:cNvPr id="69" name="圆角矩形 68"/>
            <p:cNvSpPr/>
            <p:nvPr/>
          </p:nvSpPr>
          <p:spPr>
            <a:xfrm>
              <a:off x="3145296" y="3204675"/>
              <a:ext cx="714601" cy="313555"/>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endPar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70" name="矩形 69"/>
            <p:cNvSpPr/>
            <p:nvPr/>
          </p:nvSpPr>
          <p:spPr>
            <a:xfrm>
              <a:off x="3240986" y="3222953"/>
              <a:ext cx="523220" cy="276999"/>
            </a:xfrm>
            <a:prstGeom prst="rect">
              <a:avLst/>
            </a:prstGeom>
          </p:spPr>
          <p:txBody>
            <a:bodyPr wrap="none">
              <a:spAutoFit/>
            </a:bodyPr>
            <a:lstStyle/>
            <a:p>
              <a:pPr algn="ctr">
                <a:lnSpc>
                  <a:spcPct val="120000"/>
                </a:lnSpc>
              </a:pPr>
              <a:r>
                <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rPr>
                <a:t>数据仓库</a:t>
              </a:r>
              <a:endPar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grpSp>
      <p:grpSp>
        <p:nvGrpSpPr>
          <p:cNvPr id="71" name="组合 70"/>
          <p:cNvGrpSpPr/>
          <p:nvPr userDrawn="1"/>
        </p:nvGrpSpPr>
        <p:grpSpPr>
          <a:xfrm>
            <a:off x="10064486" y="3054988"/>
            <a:ext cx="1060440" cy="316320"/>
            <a:chOff x="3907944" y="3201910"/>
            <a:chExt cx="795330" cy="316320"/>
          </a:xfrm>
        </p:grpSpPr>
        <p:sp>
          <p:nvSpPr>
            <p:cNvPr id="72" name="圆角矩形 71"/>
            <p:cNvSpPr/>
            <p:nvPr/>
          </p:nvSpPr>
          <p:spPr>
            <a:xfrm>
              <a:off x="3907944" y="3201910"/>
              <a:ext cx="795330" cy="316320"/>
            </a:xfrm>
            <a:prstGeom prst="roundRect">
              <a:avLst/>
            </a:prstGeom>
            <a:solidFill>
              <a:srgbClr val="D3E4FC"/>
            </a:solidFill>
            <a:ln w="6350">
              <a:noFill/>
            </a:ln>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endParaRPr lang="zh-CN" altLang="en-US" sz="9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sp>
          <p:nvSpPr>
            <p:cNvPr id="73" name="矩形 72"/>
            <p:cNvSpPr/>
            <p:nvPr/>
          </p:nvSpPr>
          <p:spPr>
            <a:xfrm>
              <a:off x="3995909" y="3221571"/>
              <a:ext cx="619400" cy="276999"/>
            </a:xfrm>
            <a:prstGeom prst="rect">
              <a:avLst/>
            </a:prstGeom>
          </p:spPr>
          <p:txBody>
            <a:bodyPr wrap="none">
              <a:spAutoFit/>
            </a:bodyPr>
            <a:lstStyle/>
            <a:p>
              <a:pPr algn="ctr">
                <a:lnSpc>
                  <a:spcPct val="120000"/>
                </a:lnSpc>
              </a:pPr>
              <a:r>
                <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rPr>
                <a:t>语义数据库</a:t>
              </a:r>
              <a:endParaRPr lang="zh-CN" altLang="en-US" sz="1000" dirty="0">
                <a:ln w="11430"/>
                <a:solidFill>
                  <a:schemeClr val="tx1">
                    <a:lumMod val="95000"/>
                    <a:lumOff val="5000"/>
                  </a:schemeClr>
                </a:solidFill>
                <a:latin typeface="微软雅黑" panose="020B0503020204020204" pitchFamily="34" charset="-122"/>
                <a:ea typeface="微软雅黑" panose="020B0503020204020204" pitchFamily="34" charset="-122"/>
              </a:endParaRPr>
            </a:p>
          </p:txBody>
        </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showMasterSp="0" userDrawn="1">
  <p:cSld name="15_自定义版式">
    <p:spTree>
      <p:nvGrpSpPr>
        <p:cNvPr id="1" name=""/>
        <p:cNvGrpSpPr/>
        <p:nvPr/>
      </p:nvGrpSpPr>
      <p:grpSpPr>
        <a:xfrm>
          <a:off x="0" y="0"/>
          <a:ext cx="0" cy="0"/>
          <a:chOff x="0" y="0"/>
          <a:chExt cx="0" cy="0"/>
        </a:xfrm>
      </p:grpSpPr>
      <p:graphicFrame>
        <p:nvGraphicFramePr>
          <p:cNvPr id="2" name="表格 1"/>
          <p:cNvGraphicFramePr>
            <a:graphicFrameLocks noGrp="1"/>
          </p:cNvGraphicFramePr>
          <p:nvPr userDrawn="1"/>
        </p:nvGraphicFramePr>
        <p:xfrm>
          <a:off x="469805" y="1437251"/>
          <a:ext cx="11252386" cy="4723006"/>
        </p:xfrm>
        <a:graphic>
          <a:graphicData uri="http://schemas.openxmlformats.org/drawingml/2006/table">
            <a:tbl>
              <a:tblPr firstRow="1" firstCol="1" bandRow="1">
                <a:tableStyleId>{5C22544A-7EE6-4342-B048-85BDC9FD1C3A}</a:tableStyleId>
              </a:tblPr>
              <a:tblGrid>
                <a:gridCol w="2779617"/>
                <a:gridCol w="8472769"/>
              </a:tblGrid>
              <a:tr h="476001">
                <a:tc>
                  <a:txBody>
                    <a:bodyPr/>
                    <a:lstStyle/>
                    <a:p>
                      <a:pPr algn="ctr">
                        <a:lnSpc>
                          <a:spcPct val="100000"/>
                        </a:lnSpc>
                        <a:spcAft>
                          <a:spcPts val="0"/>
                        </a:spcAft>
                      </a:pPr>
                      <a:r>
                        <a:rPr lang="zh-CN" altLang="en-US" sz="1400" b="0" kern="1200" dirty="0">
                          <a:gradFill>
                            <a:gsLst>
                              <a:gs pos="0">
                                <a:schemeClr val="bg1"/>
                              </a:gs>
                              <a:gs pos="100000">
                                <a:schemeClr val="bg1"/>
                              </a:gs>
                            </a:gsLst>
                            <a:lin ang="5400000" scaled="1"/>
                          </a:gradFill>
                          <a:latin typeface="微软雅黑" panose="020B0503020204020204" pitchFamily="34" charset="-122"/>
                          <a:ea typeface="微软雅黑" panose="020B0503020204020204" pitchFamily="34" charset="-122"/>
                          <a:cs typeface="+mn-cs"/>
                        </a:rPr>
                        <a:t>文字</a:t>
                      </a:r>
                      <a:endParaRPr lang="zh-CN" sz="1400" b="0" kern="1200" dirty="0">
                        <a:gradFill>
                          <a:gsLst>
                            <a:gs pos="0">
                              <a:schemeClr val="bg1"/>
                            </a:gs>
                            <a:gs pos="100000">
                              <a:schemeClr val="bg1"/>
                            </a:gs>
                          </a:gsLst>
                          <a:lin ang="5400000" scaled="1"/>
                        </a:gradFill>
                        <a:latin typeface="微软雅黑" panose="020B0503020204020204" pitchFamily="34" charset="-122"/>
                        <a:ea typeface="微软雅黑" panose="020B0503020204020204" pitchFamily="34" charset="-122"/>
                        <a:cs typeface="+mn-cs"/>
                      </a:endParaRPr>
                    </a:p>
                  </a:txBody>
                  <a:tcPr marL="81121" marR="81121" marT="0" marB="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0971CE"/>
                    </a:solidFill>
                  </a:tcPr>
                </a:tc>
                <a:tc>
                  <a:txBody>
                    <a:bodyPr/>
                    <a:lstStyle/>
                    <a:p>
                      <a:pPr algn="ctr">
                        <a:lnSpc>
                          <a:spcPct val="100000"/>
                        </a:lnSpc>
                        <a:spcAft>
                          <a:spcPts val="0"/>
                        </a:spcAft>
                      </a:pPr>
                      <a:r>
                        <a:rPr lang="zh-CN" altLang="en-US" sz="1400" b="0" kern="1200" dirty="0">
                          <a:gradFill>
                            <a:gsLst>
                              <a:gs pos="0">
                                <a:schemeClr val="bg1"/>
                              </a:gs>
                              <a:gs pos="100000">
                                <a:schemeClr val="bg1"/>
                              </a:gs>
                            </a:gsLst>
                            <a:lin ang="5400000" scaled="1"/>
                          </a:gradFill>
                          <a:latin typeface="微软雅黑" panose="020B0503020204020204" pitchFamily="34" charset="-122"/>
                          <a:ea typeface="微软雅黑" panose="020B0503020204020204" pitchFamily="34" charset="-122"/>
                          <a:cs typeface="+mn-cs"/>
                        </a:rPr>
                        <a:t>文字</a:t>
                      </a:r>
                      <a:endParaRPr lang="zh-CN" sz="1400" b="0" kern="1200" dirty="0">
                        <a:gradFill>
                          <a:gsLst>
                            <a:gs pos="0">
                              <a:schemeClr val="bg1"/>
                            </a:gs>
                            <a:gs pos="100000">
                              <a:schemeClr val="bg1"/>
                            </a:gs>
                          </a:gsLst>
                          <a:lin ang="5400000" scaled="1"/>
                        </a:gradFill>
                        <a:latin typeface="微软雅黑" panose="020B0503020204020204" pitchFamily="34" charset="-122"/>
                        <a:ea typeface="微软雅黑" panose="020B0503020204020204" pitchFamily="34" charset="-122"/>
                        <a:cs typeface="+mn-cs"/>
                      </a:endParaRPr>
                    </a:p>
                  </a:txBody>
                  <a:tcPr marL="81121" marR="81121" marT="0" marB="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0971CE"/>
                    </a:solidFill>
                  </a:tcPr>
                </a:tc>
              </a:tr>
              <a:tr h="756830">
                <a:tc>
                  <a:txBody>
                    <a:bodyPr/>
                    <a:lstStyle/>
                    <a:p>
                      <a:pPr algn="ctr">
                        <a:lnSpc>
                          <a:spcPct val="150000"/>
                        </a:lnSpc>
                        <a:spcAft>
                          <a:spcPts val="0"/>
                        </a:spcAft>
                      </a:pPr>
                      <a:r>
                        <a:rPr lang="zh-CN" altLang="en-US" sz="1400" b="0" kern="1200" dirty="0">
                          <a:solidFill>
                            <a:schemeClr val="tx1">
                              <a:lumMod val="95000"/>
                              <a:lumOff val="5000"/>
                            </a:schemeClr>
                          </a:solidFill>
                          <a:latin typeface="微软雅黑" panose="020B0503020204020204" pitchFamily="34" charset="-122"/>
                          <a:ea typeface="微软雅黑" panose="020B0503020204020204" pitchFamily="34" charset="-122"/>
                          <a:cs typeface="+mn-cs"/>
                        </a:rPr>
                        <a:t>文字</a:t>
                      </a:r>
                      <a:endParaRPr lang="zh-CN" sz="1400" b="0" kern="1200" dirty="0">
                        <a:solidFill>
                          <a:schemeClr val="tx1">
                            <a:lumMod val="95000"/>
                            <a:lumOff val="5000"/>
                          </a:schemeClr>
                        </a:solidFill>
                        <a:latin typeface="微软雅黑" panose="020B0503020204020204" pitchFamily="34" charset="-122"/>
                        <a:ea typeface="微软雅黑" panose="020B0503020204020204" pitchFamily="34" charset="-122"/>
                        <a:cs typeface="+mn-cs"/>
                      </a:endParaRPr>
                    </a:p>
                  </a:txBody>
                  <a:tcPr marL="81121" marR="81121" marT="0" marB="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D3E4FC"/>
                    </a:solidFill>
                  </a:tcPr>
                </a:tc>
                <a:tc>
                  <a:txBody>
                    <a:bodyPr/>
                    <a:lstStyle/>
                    <a:p>
                      <a:pPr marL="0" marR="0" lvl="0" indent="0" algn="just" defTabSz="685800" rtl="0" eaLnBrk="1" fontAlgn="auto" latinLnBrk="0" hangingPunct="1">
                        <a:lnSpc>
                          <a:spcPct val="135000"/>
                        </a:lnSpc>
                        <a:spcBef>
                          <a:spcPts val="0"/>
                        </a:spcBef>
                        <a:spcAft>
                          <a:spcPts val="0"/>
                        </a:spcAft>
                        <a:buClrTx/>
                        <a:buSzTx/>
                        <a:buFontTx/>
                        <a:buNone/>
                        <a:defRPr/>
                      </a:pPr>
                      <a:r>
                        <a:rPr lang="zh-CN" altLang="en-US" sz="1400" b="0" kern="1200" dirty="0">
                          <a:solidFill>
                            <a:schemeClr val="tx1">
                              <a:lumMod val="95000"/>
                              <a:lumOff val="5000"/>
                            </a:schemeClr>
                          </a:solidFill>
                          <a:latin typeface="微软雅黑" panose="020B0503020204020204" pitchFamily="34" charset="-122"/>
                          <a:ea typeface="微软雅黑" panose="020B0503020204020204" pitchFamily="34" charset="-122"/>
                          <a:cs typeface="+mn-cs"/>
                        </a:rPr>
                        <a:t>文字</a:t>
                      </a:r>
                      <a:endParaRPr lang="zh-CN" altLang="zh-CN" sz="1400" b="0" kern="1200" dirty="0">
                        <a:solidFill>
                          <a:schemeClr val="tx1">
                            <a:lumMod val="95000"/>
                            <a:lumOff val="5000"/>
                          </a:schemeClr>
                        </a:solidFill>
                        <a:latin typeface="微软雅黑" panose="020B0503020204020204" pitchFamily="34" charset="-122"/>
                        <a:ea typeface="微软雅黑" panose="020B0503020204020204" pitchFamily="34" charset="-122"/>
                        <a:cs typeface="+mn-cs"/>
                      </a:endParaRPr>
                    </a:p>
                  </a:txBody>
                  <a:tcPr marL="192000" marR="96000" marT="0" marB="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D3E4FC"/>
                    </a:solidFill>
                  </a:tcPr>
                </a:tc>
              </a:tr>
              <a:tr h="756830">
                <a:tc>
                  <a:txBody>
                    <a:bodyPr/>
                    <a:lstStyle/>
                    <a:p>
                      <a:pPr algn="ctr">
                        <a:lnSpc>
                          <a:spcPct val="150000"/>
                        </a:lnSpc>
                        <a:spcAft>
                          <a:spcPts val="0"/>
                        </a:spcAft>
                      </a:pPr>
                      <a:r>
                        <a:rPr lang="zh-CN" altLang="en-US" sz="1400" b="0" kern="1200" dirty="0">
                          <a:solidFill>
                            <a:schemeClr val="tx1">
                              <a:lumMod val="95000"/>
                              <a:lumOff val="5000"/>
                            </a:schemeClr>
                          </a:solidFill>
                          <a:latin typeface="微软雅黑" panose="020B0503020204020204" pitchFamily="34" charset="-122"/>
                          <a:ea typeface="微软雅黑" panose="020B0503020204020204" pitchFamily="34" charset="-122"/>
                          <a:cs typeface="+mn-cs"/>
                        </a:rPr>
                        <a:t>文字</a:t>
                      </a:r>
                      <a:endParaRPr lang="zh-CN" sz="1400" b="0" kern="1200" dirty="0">
                        <a:solidFill>
                          <a:schemeClr val="tx1">
                            <a:lumMod val="95000"/>
                            <a:lumOff val="5000"/>
                          </a:schemeClr>
                        </a:solidFill>
                        <a:latin typeface="微软雅黑" panose="020B0503020204020204" pitchFamily="34" charset="-122"/>
                        <a:ea typeface="微软雅黑" panose="020B0503020204020204" pitchFamily="34" charset="-122"/>
                        <a:cs typeface="+mn-cs"/>
                      </a:endParaRPr>
                    </a:p>
                  </a:txBody>
                  <a:tcPr marL="81121" marR="81121" marT="0" marB="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c>
                  <a:txBody>
                    <a:bodyPr/>
                    <a:lstStyle/>
                    <a:p>
                      <a:pPr marL="0" marR="0" lvl="0" indent="0" algn="just" defTabSz="685800" rtl="0" eaLnBrk="1" fontAlgn="auto" latinLnBrk="0" hangingPunct="1">
                        <a:lnSpc>
                          <a:spcPct val="135000"/>
                        </a:lnSpc>
                        <a:spcBef>
                          <a:spcPts val="0"/>
                        </a:spcBef>
                        <a:spcAft>
                          <a:spcPts val="0"/>
                        </a:spcAft>
                        <a:buClrTx/>
                        <a:buSzTx/>
                        <a:buFontTx/>
                        <a:buNone/>
                        <a:defRPr/>
                      </a:pPr>
                      <a:r>
                        <a:rPr lang="zh-CN" altLang="en-US" sz="1400" b="0" kern="1200" dirty="0">
                          <a:solidFill>
                            <a:schemeClr val="tx1">
                              <a:lumMod val="95000"/>
                              <a:lumOff val="5000"/>
                            </a:schemeClr>
                          </a:solidFill>
                          <a:latin typeface="微软雅黑" panose="020B0503020204020204" pitchFamily="34" charset="-122"/>
                          <a:ea typeface="微软雅黑" panose="020B0503020204020204" pitchFamily="34" charset="-122"/>
                          <a:cs typeface="+mn-cs"/>
                        </a:rPr>
                        <a:t>文字</a:t>
                      </a:r>
                      <a:endParaRPr lang="zh-CN" altLang="zh-CN" sz="1400" b="0" kern="1200" dirty="0">
                        <a:solidFill>
                          <a:schemeClr val="tx1">
                            <a:lumMod val="95000"/>
                            <a:lumOff val="5000"/>
                          </a:schemeClr>
                        </a:solidFill>
                        <a:latin typeface="微软雅黑" panose="020B0503020204020204" pitchFamily="34" charset="-122"/>
                        <a:ea typeface="微软雅黑" panose="020B0503020204020204" pitchFamily="34" charset="-122"/>
                        <a:cs typeface="+mn-cs"/>
                      </a:endParaRPr>
                    </a:p>
                  </a:txBody>
                  <a:tcPr marL="192000" marR="96000" marT="0" marB="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r>
              <a:tr h="756830">
                <a:tc>
                  <a:txBody>
                    <a:bodyPr/>
                    <a:lstStyle/>
                    <a:p>
                      <a:pPr algn="ctr">
                        <a:lnSpc>
                          <a:spcPct val="150000"/>
                        </a:lnSpc>
                        <a:spcAft>
                          <a:spcPts val="0"/>
                        </a:spcAft>
                      </a:pPr>
                      <a:r>
                        <a:rPr lang="zh-CN" altLang="en-US" sz="1400" b="0" kern="1200" dirty="0">
                          <a:solidFill>
                            <a:schemeClr val="tx1">
                              <a:lumMod val="95000"/>
                              <a:lumOff val="5000"/>
                            </a:schemeClr>
                          </a:solidFill>
                          <a:latin typeface="微软雅黑" panose="020B0503020204020204" pitchFamily="34" charset="-122"/>
                          <a:ea typeface="微软雅黑" panose="020B0503020204020204" pitchFamily="34" charset="-122"/>
                          <a:cs typeface="+mn-cs"/>
                        </a:rPr>
                        <a:t>文字</a:t>
                      </a:r>
                      <a:endParaRPr lang="zh-CN" sz="1400" b="0" kern="1200" dirty="0">
                        <a:solidFill>
                          <a:schemeClr val="tx1">
                            <a:lumMod val="95000"/>
                            <a:lumOff val="5000"/>
                          </a:schemeClr>
                        </a:solidFill>
                        <a:latin typeface="微软雅黑" panose="020B0503020204020204" pitchFamily="34" charset="-122"/>
                        <a:ea typeface="微软雅黑" panose="020B0503020204020204" pitchFamily="34" charset="-122"/>
                        <a:cs typeface="+mn-cs"/>
                      </a:endParaRPr>
                    </a:p>
                  </a:txBody>
                  <a:tcPr marL="81121" marR="81121" marT="0" marB="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D3E4FC"/>
                    </a:solidFill>
                  </a:tcPr>
                </a:tc>
                <a:tc>
                  <a:txBody>
                    <a:bodyPr/>
                    <a:lstStyle/>
                    <a:p>
                      <a:pPr marL="0" marR="0" lvl="0" indent="0" algn="just" defTabSz="685800" rtl="0" eaLnBrk="1" fontAlgn="auto" latinLnBrk="0" hangingPunct="1">
                        <a:lnSpc>
                          <a:spcPct val="135000"/>
                        </a:lnSpc>
                        <a:spcBef>
                          <a:spcPts val="0"/>
                        </a:spcBef>
                        <a:spcAft>
                          <a:spcPts val="0"/>
                        </a:spcAft>
                        <a:buClrTx/>
                        <a:buSzTx/>
                        <a:buFontTx/>
                        <a:buNone/>
                        <a:defRPr/>
                      </a:pPr>
                      <a:r>
                        <a:rPr lang="zh-CN" altLang="en-US" sz="1400" b="0" kern="1200" dirty="0">
                          <a:solidFill>
                            <a:schemeClr val="tx1">
                              <a:lumMod val="95000"/>
                              <a:lumOff val="5000"/>
                            </a:schemeClr>
                          </a:solidFill>
                          <a:latin typeface="微软雅黑" panose="020B0503020204020204" pitchFamily="34" charset="-122"/>
                          <a:ea typeface="微软雅黑" panose="020B0503020204020204" pitchFamily="34" charset="-122"/>
                          <a:cs typeface="+mn-cs"/>
                        </a:rPr>
                        <a:t>文字</a:t>
                      </a:r>
                      <a:endParaRPr lang="zh-CN" altLang="zh-CN" sz="1400" b="0" kern="1200" dirty="0">
                        <a:solidFill>
                          <a:schemeClr val="tx1">
                            <a:lumMod val="95000"/>
                            <a:lumOff val="5000"/>
                          </a:schemeClr>
                        </a:solidFill>
                        <a:latin typeface="微软雅黑" panose="020B0503020204020204" pitchFamily="34" charset="-122"/>
                        <a:ea typeface="微软雅黑" panose="020B0503020204020204" pitchFamily="34" charset="-122"/>
                        <a:cs typeface="+mn-cs"/>
                      </a:endParaRPr>
                    </a:p>
                  </a:txBody>
                  <a:tcPr marL="192000" marR="96000" marT="0" marB="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D3E4FC"/>
                    </a:solidFill>
                  </a:tcPr>
                </a:tc>
              </a:tr>
              <a:tr h="738115">
                <a:tc>
                  <a:txBody>
                    <a:bodyPr/>
                    <a:lstStyle/>
                    <a:p>
                      <a:pPr marL="0" algn="ctr" defTabSz="685800" rtl="0" eaLnBrk="1" latinLnBrk="0" hangingPunct="1">
                        <a:lnSpc>
                          <a:spcPct val="150000"/>
                        </a:lnSpc>
                        <a:spcAft>
                          <a:spcPts val="0"/>
                        </a:spcAft>
                      </a:pPr>
                      <a:r>
                        <a:rPr lang="zh-CN" altLang="en-US" sz="1400" b="0" kern="1200" dirty="0">
                          <a:solidFill>
                            <a:schemeClr val="tx1">
                              <a:lumMod val="95000"/>
                              <a:lumOff val="5000"/>
                            </a:schemeClr>
                          </a:solidFill>
                          <a:latin typeface="微软雅黑" panose="020B0503020204020204" pitchFamily="34" charset="-122"/>
                          <a:ea typeface="微软雅黑" panose="020B0503020204020204" pitchFamily="34" charset="-122"/>
                          <a:cs typeface="+mn-cs"/>
                        </a:rPr>
                        <a:t>文字</a:t>
                      </a:r>
                      <a:endParaRPr lang="zh-CN" sz="1400" b="0" kern="1200" dirty="0">
                        <a:solidFill>
                          <a:schemeClr val="tx1">
                            <a:lumMod val="95000"/>
                            <a:lumOff val="5000"/>
                          </a:schemeClr>
                        </a:solidFill>
                        <a:latin typeface="微软雅黑" panose="020B0503020204020204" pitchFamily="34" charset="-122"/>
                        <a:ea typeface="微软雅黑" panose="020B0503020204020204" pitchFamily="34" charset="-122"/>
                        <a:cs typeface="+mn-cs"/>
                      </a:endParaRPr>
                    </a:p>
                  </a:txBody>
                  <a:tcPr marL="81121" marR="81121" marT="0" marB="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c>
                  <a:txBody>
                    <a:bodyPr/>
                    <a:lstStyle/>
                    <a:p>
                      <a:pPr marL="0" marR="0" lvl="0" indent="0" algn="just" defTabSz="685800" rtl="0" eaLnBrk="1" fontAlgn="auto" latinLnBrk="0" hangingPunct="1">
                        <a:lnSpc>
                          <a:spcPct val="135000"/>
                        </a:lnSpc>
                        <a:spcBef>
                          <a:spcPts val="0"/>
                        </a:spcBef>
                        <a:spcAft>
                          <a:spcPts val="0"/>
                        </a:spcAft>
                        <a:buClrTx/>
                        <a:buSzTx/>
                        <a:buFontTx/>
                        <a:buNone/>
                        <a:defRPr/>
                      </a:pPr>
                      <a:r>
                        <a:rPr lang="zh-CN" altLang="en-US" sz="1400" b="0" kern="1200" dirty="0">
                          <a:solidFill>
                            <a:schemeClr val="tx1">
                              <a:lumMod val="95000"/>
                              <a:lumOff val="5000"/>
                            </a:schemeClr>
                          </a:solidFill>
                          <a:latin typeface="微软雅黑" panose="020B0503020204020204" pitchFamily="34" charset="-122"/>
                          <a:ea typeface="微软雅黑" panose="020B0503020204020204" pitchFamily="34" charset="-122"/>
                          <a:cs typeface="+mn-cs"/>
                        </a:rPr>
                        <a:t>文字</a:t>
                      </a:r>
                      <a:endParaRPr lang="zh-CN" altLang="zh-CN" sz="1400" b="0" kern="1200" dirty="0">
                        <a:solidFill>
                          <a:schemeClr val="tx1">
                            <a:lumMod val="95000"/>
                            <a:lumOff val="5000"/>
                          </a:schemeClr>
                        </a:solidFill>
                        <a:latin typeface="微软雅黑" panose="020B0503020204020204" pitchFamily="34" charset="-122"/>
                        <a:ea typeface="微软雅黑" panose="020B0503020204020204" pitchFamily="34" charset="-122"/>
                        <a:cs typeface="+mn-cs"/>
                      </a:endParaRPr>
                    </a:p>
                  </a:txBody>
                  <a:tcPr marL="192000" marR="96000" marT="0" marB="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r>
              <a:tr h="477079">
                <a:tc>
                  <a:txBody>
                    <a:bodyPr/>
                    <a:lstStyle/>
                    <a:p>
                      <a:pPr algn="ctr">
                        <a:lnSpc>
                          <a:spcPct val="150000"/>
                        </a:lnSpc>
                        <a:spcAft>
                          <a:spcPts val="0"/>
                        </a:spcAft>
                      </a:pPr>
                      <a:r>
                        <a:rPr lang="zh-CN" altLang="en-US" sz="1400" b="0" kern="1200" dirty="0">
                          <a:solidFill>
                            <a:schemeClr val="tx1">
                              <a:lumMod val="95000"/>
                              <a:lumOff val="5000"/>
                            </a:schemeClr>
                          </a:solidFill>
                          <a:latin typeface="微软雅黑" panose="020B0503020204020204" pitchFamily="34" charset="-122"/>
                          <a:ea typeface="微软雅黑" panose="020B0503020204020204" pitchFamily="34" charset="-122"/>
                          <a:cs typeface="+mn-cs"/>
                        </a:rPr>
                        <a:t>文字</a:t>
                      </a:r>
                      <a:endParaRPr lang="zh-CN" sz="1400" b="0" kern="1200" dirty="0">
                        <a:solidFill>
                          <a:schemeClr val="tx1">
                            <a:lumMod val="95000"/>
                            <a:lumOff val="5000"/>
                          </a:schemeClr>
                        </a:solidFill>
                        <a:latin typeface="微软雅黑" panose="020B0503020204020204" pitchFamily="34" charset="-122"/>
                        <a:ea typeface="微软雅黑" panose="020B0503020204020204" pitchFamily="34" charset="-122"/>
                        <a:cs typeface="+mn-cs"/>
                      </a:endParaRPr>
                    </a:p>
                  </a:txBody>
                  <a:tcPr marL="81121" marR="81121" marT="0" marB="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D3E4FC"/>
                    </a:solidFill>
                  </a:tcPr>
                </a:tc>
                <a:tc>
                  <a:txBody>
                    <a:bodyPr/>
                    <a:lstStyle/>
                    <a:p>
                      <a:pPr algn="just">
                        <a:lnSpc>
                          <a:spcPct val="135000"/>
                        </a:lnSpc>
                        <a:spcAft>
                          <a:spcPts val="0"/>
                        </a:spcAft>
                      </a:pPr>
                      <a:r>
                        <a:rPr lang="zh-CN" altLang="en-US" sz="1400" b="0" kern="1200" dirty="0">
                          <a:solidFill>
                            <a:schemeClr val="tx1">
                              <a:lumMod val="95000"/>
                              <a:lumOff val="5000"/>
                            </a:schemeClr>
                          </a:solidFill>
                          <a:latin typeface="微软雅黑" panose="020B0503020204020204" pitchFamily="34" charset="-122"/>
                          <a:ea typeface="微软雅黑" panose="020B0503020204020204" pitchFamily="34" charset="-122"/>
                          <a:cs typeface="+mn-cs"/>
                        </a:rPr>
                        <a:t>文字</a:t>
                      </a:r>
                      <a:endParaRPr lang="zh-CN" altLang="en-US" sz="1400" b="0" kern="1200" dirty="0">
                        <a:solidFill>
                          <a:schemeClr val="tx1">
                            <a:lumMod val="95000"/>
                            <a:lumOff val="5000"/>
                          </a:schemeClr>
                        </a:solidFill>
                        <a:latin typeface="微软雅黑" panose="020B0503020204020204" pitchFamily="34" charset="-122"/>
                        <a:ea typeface="微软雅黑" panose="020B0503020204020204" pitchFamily="34" charset="-122"/>
                        <a:cs typeface="+mn-cs"/>
                      </a:endParaRPr>
                    </a:p>
                  </a:txBody>
                  <a:tcPr marL="192000" marR="96000" marT="0" marB="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D3E4FC"/>
                    </a:solidFill>
                  </a:tcPr>
                </a:tc>
              </a:tr>
              <a:tr h="437321">
                <a:tc>
                  <a:txBody>
                    <a:bodyPr/>
                    <a:lstStyle/>
                    <a:p>
                      <a:pPr algn="ctr">
                        <a:lnSpc>
                          <a:spcPct val="150000"/>
                        </a:lnSpc>
                        <a:spcAft>
                          <a:spcPts val="0"/>
                        </a:spcAft>
                      </a:pPr>
                      <a:r>
                        <a:rPr lang="zh-CN" altLang="en-US" sz="1400" b="0" kern="1200" dirty="0">
                          <a:solidFill>
                            <a:schemeClr val="tx1">
                              <a:lumMod val="95000"/>
                              <a:lumOff val="5000"/>
                            </a:schemeClr>
                          </a:solidFill>
                          <a:latin typeface="微软雅黑" panose="020B0503020204020204" pitchFamily="34" charset="-122"/>
                          <a:ea typeface="微软雅黑" panose="020B0503020204020204" pitchFamily="34" charset="-122"/>
                          <a:cs typeface="+mn-cs"/>
                        </a:rPr>
                        <a:t>文字</a:t>
                      </a:r>
                      <a:endParaRPr lang="zh-CN" sz="1400" b="0" kern="1200" dirty="0">
                        <a:solidFill>
                          <a:schemeClr val="tx1">
                            <a:lumMod val="95000"/>
                            <a:lumOff val="5000"/>
                          </a:schemeClr>
                        </a:solidFill>
                        <a:latin typeface="微软雅黑" panose="020B0503020204020204" pitchFamily="34" charset="-122"/>
                        <a:ea typeface="微软雅黑" panose="020B0503020204020204" pitchFamily="34" charset="-122"/>
                        <a:cs typeface="+mn-cs"/>
                      </a:endParaRPr>
                    </a:p>
                  </a:txBody>
                  <a:tcPr marL="81121" marR="81121" marT="0" marB="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c>
                  <a:txBody>
                    <a:bodyPr/>
                    <a:lstStyle/>
                    <a:p>
                      <a:pPr algn="just">
                        <a:lnSpc>
                          <a:spcPct val="135000"/>
                        </a:lnSpc>
                        <a:spcAft>
                          <a:spcPts val="0"/>
                        </a:spcAft>
                      </a:pPr>
                      <a:r>
                        <a:rPr lang="zh-CN" altLang="en-US" sz="1400" b="0" kern="1200" dirty="0">
                          <a:solidFill>
                            <a:schemeClr val="tx1">
                              <a:lumMod val="95000"/>
                              <a:lumOff val="5000"/>
                            </a:schemeClr>
                          </a:solidFill>
                          <a:latin typeface="微软雅黑" panose="020B0503020204020204" pitchFamily="34" charset="-122"/>
                          <a:ea typeface="微软雅黑" panose="020B0503020204020204" pitchFamily="34" charset="-122"/>
                          <a:cs typeface="+mn-cs"/>
                        </a:rPr>
                        <a:t>文字</a:t>
                      </a:r>
                      <a:endParaRPr lang="zh-CN" altLang="en-US" sz="1400" b="0" kern="1200" dirty="0">
                        <a:solidFill>
                          <a:schemeClr val="tx1">
                            <a:lumMod val="95000"/>
                            <a:lumOff val="5000"/>
                          </a:schemeClr>
                        </a:solidFill>
                        <a:latin typeface="微软雅黑" panose="020B0503020204020204" pitchFamily="34" charset="-122"/>
                        <a:ea typeface="微软雅黑" panose="020B0503020204020204" pitchFamily="34" charset="-122"/>
                        <a:cs typeface="+mn-cs"/>
                      </a:endParaRPr>
                    </a:p>
                  </a:txBody>
                  <a:tcPr marL="192000" marR="96000" marT="0" marB="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solidFill>
                  </a:tcPr>
                </a:tc>
              </a:tr>
              <a:tr h="324000">
                <a:tc gridSpan="2">
                  <a:txBody>
                    <a:bodyPr/>
                    <a:lstStyle/>
                    <a:p>
                      <a:pPr marL="0" marR="0" lvl="0" indent="0" algn="ctr" defTabSz="685800" rtl="0" eaLnBrk="1" fontAlgn="auto" latinLnBrk="0" hangingPunct="1">
                        <a:lnSpc>
                          <a:spcPct val="100000"/>
                        </a:lnSpc>
                        <a:spcBef>
                          <a:spcPts val="0"/>
                        </a:spcBef>
                        <a:spcAft>
                          <a:spcPts val="0"/>
                        </a:spcAft>
                        <a:buClrTx/>
                        <a:buSzTx/>
                        <a:buFontTx/>
                        <a:buNone/>
                        <a:defRPr/>
                      </a:pPr>
                      <a:r>
                        <a:rPr lang="en-US" altLang="zh-CN" sz="1400" b="0" kern="1200" dirty="0">
                          <a:solidFill>
                            <a:schemeClr val="tx1">
                              <a:lumMod val="95000"/>
                              <a:lumOff val="5000"/>
                            </a:schemeClr>
                          </a:solidFill>
                          <a:latin typeface="微软雅黑" panose="020B0503020204020204" pitchFamily="34" charset="-122"/>
                          <a:ea typeface="微软雅黑" panose="020B0503020204020204" pitchFamily="34" charset="-122"/>
                          <a:cs typeface="+mn-cs"/>
                        </a:rPr>
                        <a:t>……</a:t>
                      </a:r>
                      <a:endParaRPr lang="zh-CN" altLang="en-US" sz="1400" b="0" kern="1200" dirty="0">
                        <a:solidFill>
                          <a:schemeClr val="tx1">
                            <a:lumMod val="95000"/>
                            <a:lumOff val="5000"/>
                          </a:schemeClr>
                        </a:solidFill>
                        <a:latin typeface="微软雅黑" panose="020B0503020204020204" pitchFamily="34" charset="-122"/>
                        <a:ea typeface="微软雅黑" panose="020B0503020204020204" pitchFamily="34" charset="-122"/>
                        <a:cs typeface="+mn-cs"/>
                      </a:endParaRPr>
                    </a:p>
                  </a:txBody>
                  <a:tcPr marL="81121" marR="81121" marT="0" marB="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38100" cap="flat" cmpd="sng" algn="ctr">
                      <a:solidFill>
                        <a:srgbClr val="8497B0"/>
                      </a:solidFill>
                      <a:prstDash val="solid"/>
                      <a:round/>
                      <a:headEnd type="none" w="med" len="med"/>
                      <a:tailEnd type="none" w="med" len="med"/>
                    </a:lnB>
                    <a:solidFill>
                      <a:srgbClr val="D3E4FC"/>
                    </a:solidFill>
                  </a:tcPr>
                </a:tc>
                <a:tc hMerge="1">
                  <a:tcPr marL="60841" marR="60841" marT="0" marB="0">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38100" cap="flat" cmpd="sng" algn="ctr">
                      <a:solidFill>
                        <a:srgbClr val="8497B0"/>
                      </a:solidFill>
                      <a:prstDash val="solid"/>
                      <a:round/>
                      <a:headEnd type="none" w="med" len="med"/>
                      <a:tailEnd type="none" w="med" len="med"/>
                    </a:lnB>
                    <a:solidFill>
                      <a:srgbClr val="EAEFF7"/>
                    </a:solidFill>
                  </a:tcPr>
                </a:tc>
              </a:tr>
            </a:tbl>
          </a:graphicData>
        </a:graphic>
      </p:graphicFrame>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7_自定义版式">
    <p:spTree>
      <p:nvGrpSpPr>
        <p:cNvPr id="1" name=""/>
        <p:cNvGrpSpPr/>
        <p:nvPr/>
      </p:nvGrpSpPr>
      <p:grpSpPr>
        <a:xfrm>
          <a:off x="0" y="0"/>
          <a:ext cx="0" cy="0"/>
          <a:chOff x="0" y="0"/>
          <a:chExt cx="0" cy="0"/>
        </a:xfrm>
      </p:grpSpPr>
      <p:sp>
        <p:nvSpPr>
          <p:cNvPr id="3" name="标题 1"/>
          <p:cNvSpPr>
            <a:spLocks noGrp="1"/>
          </p:cNvSpPr>
          <p:nvPr>
            <p:ph type="title"/>
          </p:nvPr>
        </p:nvSpPr>
        <p:spPr>
          <a:xfrm>
            <a:off x="321907" y="143635"/>
            <a:ext cx="8414387" cy="692978"/>
          </a:xfrm>
          <a:prstGeom prst="rect">
            <a:avLst/>
          </a:prstGeom>
        </p:spPr>
        <p:txBody>
          <a:bodyPr/>
          <a:lstStyle>
            <a:lvl1pPr>
              <a:defRPr sz="3600">
                <a:solidFill>
                  <a:srgbClr val="3D58A7"/>
                </a:solidFill>
              </a:defRPr>
            </a:lvl1pPr>
          </a:lstStyle>
          <a:p>
            <a:endParaRPr lang="zh-CN" altLang="en-US" dirty="0"/>
          </a:p>
        </p:txBody>
      </p:sp>
      <p:sp>
        <p:nvSpPr>
          <p:cNvPr id="5" name="文本占位符 4"/>
          <p:cNvSpPr>
            <a:spLocks noGrp="1"/>
          </p:cNvSpPr>
          <p:nvPr>
            <p:ph type="body" sz="quarter" idx="10" hasCustomPrompt="1"/>
          </p:nvPr>
        </p:nvSpPr>
        <p:spPr>
          <a:xfrm>
            <a:off x="321906" y="1043736"/>
            <a:ext cx="11669039" cy="495055"/>
          </a:xfrm>
          <a:prstGeom prst="rect">
            <a:avLst/>
          </a:prstGeom>
        </p:spPr>
        <p:txBody>
          <a:bodyPr anchor="ctr"/>
          <a:lstStyle>
            <a:lvl1pPr marL="449580" indent="-449580">
              <a:buFont typeface="Wingdings" panose="05000000000000000000" pitchFamily="2" charset="2"/>
              <a:buChar char="n"/>
              <a:defRPr sz="2400" b="1">
                <a:solidFill>
                  <a:srgbClr val="FF0000"/>
                </a:solidFill>
                <a:latin typeface="微软雅黑" panose="020B0503020204020204" pitchFamily="34" charset="-122"/>
                <a:ea typeface="微软雅黑" panose="020B0503020204020204" pitchFamily="34" charset="-122"/>
              </a:defRPr>
            </a:lvl1pPr>
            <a:lvl2pPr marL="342900" indent="0">
              <a:buNone/>
              <a:defRPr/>
            </a:lvl2pPr>
          </a:lstStyle>
          <a:p>
            <a:pPr marL="449580" indent="-449580">
              <a:buFont typeface="Wingdings" panose="05000000000000000000" pitchFamily="2" charset="2"/>
              <a:buChar char="n"/>
            </a:pPr>
            <a:r>
              <a:rPr lang="zh-CN" altLang="en-US" sz="2400" b="1" dirty="0">
                <a:solidFill>
                  <a:srgbClr val="FF0000"/>
                </a:solidFill>
                <a:latin typeface="微软雅黑" panose="020B0503020204020204" pitchFamily="34" charset="-122"/>
                <a:ea typeface="微软雅黑" panose="020B0503020204020204" pitchFamily="34" charset="-122"/>
              </a:rPr>
              <a:t>标题</a:t>
            </a:r>
            <a:endParaRPr lang="zh-CN" altLang="en-US" sz="2400" b="1" dirty="0">
              <a:solidFill>
                <a:srgbClr val="FF0000"/>
              </a:solidFill>
              <a:latin typeface="微软雅黑" panose="020B0503020204020204" pitchFamily="34" charset="-122"/>
              <a:ea typeface="微软雅黑" panose="020B0503020204020204" pitchFamily="34" charset="-122"/>
            </a:endParaRPr>
          </a:p>
        </p:txBody>
      </p:sp>
      <p:sp>
        <p:nvSpPr>
          <p:cNvPr id="4" name="圆角矩形 3"/>
          <p:cNvSpPr/>
          <p:nvPr userDrawn="1"/>
        </p:nvSpPr>
        <p:spPr>
          <a:xfrm>
            <a:off x="624419" y="1786686"/>
            <a:ext cx="5137151" cy="584660"/>
          </a:xfrm>
          <a:prstGeom prst="roundRect">
            <a:avLst/>
          </a:prstGeom>
          <a:solidFill>
            <a:srgbClr val="0971CE"/>
          </a:solidFill>
          <a:ln>
            <a:noFill/>
          </a:ln>
          <a:effectLst>
            <a:outerShdw blurRad="50800" dist="38100" dir="2700000" algn="tl" rotWithShape="0">
              <a:srgbClr val="0971CE">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endParaRPr lang="zh-CN" altLang="en-US" sz="2400" b="1" dirty="0">
              <a:solidFill>
                <a:schemeClr val="bg1"/>
              </a:solidFill>
              <a:latin typeface="Arial" panose="020B0604020202020204" pitchFamily="34" charset="0"/>
              <a:ea typeface="微软雅黑" panose="020B0503020204020204" pitchFamily="34" charset="-122"/>
              <a:cs typeface="Arial" panose="020B0604020202020204" pitchFamily="34" charset="0"/>
            </a:endParaRPr>
          </a:p>
        </p:txBody>
      </p:sp>
      <p:sp>
        <p:nvSpPr>
          <p:cNvPr id="6" name="圆角矩形 5"/>
          <p:cNvSpPr/>
          <p:nvPr userDrawn="1"/>
        </p:nvSpPr>
        <p:spPr>
          <a:xfrm>
            <a:off x="6362703" y="1786686"/>
            <a:ext cx="5143500" cy="584661"/>
          </a:xfrm>
          <a:prstGeom prst="roundRect">
            <a:avLst/>
          </a:prstGeom>
          <a:solidFill>
            <a:srgbClr val="0971CE"/>
          </a:solidFill>
          <a:ln>
            <a:noFill/>
          </a:ln>
          <a:effectLst>
            <a:outerShdw blurRad="50800" dist="38100" dir="2700000" algn="tl" rotWithShape="0">
              <a:srgbClr val="0971CE">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90000" rtlCol="0" anchor="ctr"/>
          <a:lstStyle/>
          <a:p>
            <a:pPr algn="ctr">
              <a:lnSpc>
                <a:spcPct val="120000"/>
              </a:lnSpc>
            </a:pPr>
            <a:endParaRPr lang="zh-CN" altLang="en-US" sz="2400" b="1" dirty="0">
              <a:solidFill>
                <a:schemeClr val="bg1"/>
              </a:solidFill>
              <a:latin typeface="Arial" panose="020B0604020202020204" pitchFamily="34" charset="0"/>
              <a:ea typeface="微软雅黑" panose="020B0503020204020204" pitchFamily="34" charset="-122"/>
              <a:cs typeface="Arial" panose="020B0604020202020204" pitchFamily="34" charset="0"/>
            </a:endParaRPr>
          </a:p>
        </p:txBody>
      </p:sp>
      <p:sp>
        <p:nvSpPr>
          <p:cNvPr id="7" name="圆角矩形 6"/>
          <p:cNvSpPr/>
          <p:nvPr userDrawn="1"/>
        </p:nvSpPr>
        <p:spPr bwMode="auto">
          <a:xfrm>
            <a:off x="639237" y="2621184"/>
            <a:ext cx="4844857" cy="720725"/>
          </a:xfrm>
          <a:prstGeom prst="roundRect">
            <a:avLst>
              <a:gd name="adj" fmla="val 15574"/>
            </a:avLst>
          </a:prstGeom>
          <a:solidFill>
            <a:srgbClr val="B7D5FF">
              <a:alpha val="90000"/>
            </a:srgbClr>
          </a:solidFill>
          <a:ln w="38100" algn="ctr">
            <a:noFill/>
            <a:round/>
          </a:ln>
          <a:effectLst/>
        </p:spPr>
        <p:txBody>
          <a:bodyPr lIns="144000" rIns="108000" anchor="ctr"/>
          <a:lstStyle/>
          <a:p>
            <a:endParaRPr lang="zh-CN" altLang="en-US" sz="1800" dirty="0">
              <a:solidFill>
                <a:schemeClr val="tx1">
                  <a:lumMod val="95000"/>
                  <a:lumOff val="5000"/>
                </a:schemeClr>
              </a:solidFill>
              <a:latin typeface="Arial" panose="020B0604020202020204" pitchFamily="34" charset="0"/>
              <a:ea typeface="微软雅黑" panose="020B0503020204020204" pitchFamily="34" charset="-122"/>
              <a:cs typeface="Arial" panose="020B0604020202020204" pitchFamily="34" charset="0"/>
            </a:endParaRPr>
          </a:p>
        </p:txBody>
      </p:sp>
      <p:sp>
        <p:nvSpPr>
          <p:cNvPr id="8" name="圆角矩形 7"/>
          <p:cNvSpPr/>
          <p:nvPr userDrawn="1"/>
        </p:nvSpPr>
        <p:spPr bwMode="auto">
          <a:xfrm>
            <a:off x="624419" y="3553513"/>
            <a:ext cx="4858872" cy="720725"/>
          </a:xfrm>
          <a:prstGeom prst="roundRect">
            <a:avLst>
              <a:gd name="adj" fmla="val 15574"/>
            </a:avLst>
          </a:prstGeom>
          <a:solidFill>
            <a:srgbClr val="D3E4FC">
              <a:alpha val="90000"/>
            </a:srgbClr>
          </a:solidFill>
          <a:ln w="38100" algn="ctr">
            <a:noFill/>
            <a:round/>
          </a:ln>
          <a:effectLst/>
        </p:spPr>
        <p:txBody>
          <a:bodyPr lIns="144000" rIns="108000" anchor="ctr"/>
          <a:lstStyle/>
          <a:p>
            <a:endParaRPr lang="zh-CN" altLang="en-US" sz="1800" dirty="0">
              <a:solidFill>
                <a:schemeClr val="tx1">
                  <a:lumMod val="95000"/>
                  <a:lumOff val="5000"/>
                </a:schemeClr>
              </a:solidFill>
              <a:latin typeface="Arial" panose="020B0604020202020204" pitchFamily="34" charset="0"/>
              <a:ea typeface="微软雅黑" panose="020B0503020204020204" pitchFamily="34" charset="-122"/>
              <a:cs typeface="Arial" panose="020B0604020202020204" pitchFamily="34" charset="0"/>
            </a:endParaRPr>
          </a:p>
        </p:txBody>
      </p:sp>
      <p:sp>
        <p:nvSpPr>
          <p:cNvPr id="9" name="圆角矩形 8"/>
          <p:cNvSpPr/>
          <p:nvPr userDrawn="1"/>
        </p:nvSpPr>
        <p:spPr bwMode="auto">
          <a:xfrm>
            <a:off x="639237" y="4485842"/>
            <a:ext cx="4858872" cy="720725"/>
          </a:xfrm>
          <a:prstGeom prst="roundRect">
            <a:avLst>
              <a:gd name="adj" fmla="val 15574"/>
            </a:avLst>
          </a:prstGeom>
          <a:solidFill>
            <a:srgbClr val="B7D5FF">
              <a:alpha val="90000"/>
            </a:srgbClr>
          </a:solidFill>
          <a:ln w="38100" algn="ctr">
            <a:noFill/>
            <a:round/>
          </a:ln>
          <a:effectLst/>
        </p:spPr>
        <p:txBody>
          <a:bodyPr lIns="144000" rIns="108000" anchor="ctr"/>
          <a:lstStyle/>
          <a:p>
            <a:endParaRPr lang="zh-CN" altLang="en-US" sz="1800" dirty="0">
              <a:solidFill>
                <a:schemeClr val="tx1">
                  <a:lumMod val="95000"/>
                  <a:lumOff val="5000"/>
                </a:schemeClr>
              </a:solidFill>
              <a:latin typeface="Arial" panose="020B0604020202020204" pitchFamily="34" charset="0"/>
              <a:ea typeface="微软雅黑" panose="020B0503020204020204" pitchFamily="34" charset="-122"/>
              <a:cs typeface="Arial" panose="020B0604020202020204" pitchFamily="34" charset="0"/>
            </a:endParaRPr>
          </a:p>
        </p:txBody>
      </p:sp>
      <p:sp>
        <p:nvSpPr>
          <p:cNvPr id="10" name="圆角矩形 9"/>
          <p:cNvSpPr/>
          <p:nvPr userDrawn="1"/>
        </p:nvSpPr>
        <p:spPr bwMode="auto">
          <a:xfrm>
            <a:off x="624417" y="5418171"/>
            <a:ext cx="4858872" cy="720725"/>
          </a:xfrm>
          <a:prstGeom prst="roundRect">
            <a:avLst>
              <a:gd name="adj" fmla="val 15574"/>
            </a:avLst>
          </a:prstGeom>
          <a:solidFill>
            <a:srgbClr val="D3E4FC">
              <a:alpha val="90000"/>
            </a:srgbClr>
          </a:solidFill>
          <a:ln w="38100" algn="ctr">
            <a:noFill/>
            <a:round/>
          </a:ln>
          <a:effectLst/>
        </p:spPr>
        <p:txBody>
          <a:bodyPr lIns="144000" rIns="108000" anchor="ctr"/>
          <a:lstStyle/>
          <a:p>
            <a:endParaRPr lang="zh-CN" altLang="en-US" sz="1800" dirty="0">
              <a:solidFill>
                <a:schemeClr val="tx1">
                  <a:lumMod val="95000"/>
                  <a:lumOff val="5000"/>
                </a:schemeClr>
              </a:solidFill>
              <a:latin typeface="Arial" panose="020B0604020202020204" pitchFamily="34" charset="0"/>
              <a:ea typeface="微软雅黑" panose="020B0503020204020204" pitchFamily="34" charset="-122"/>
              <a:cs typeface="Arial" panose="020B0604020202020204" pitchFamily="34" charset="0"/>
            </a:endParaRPr>
          </a:p>
        </p:txBody>
      </p:sp>
      <p:sp>
        <p:nvSpPr>
          <p:cNvPr id="11" name="圆角矩形 10"/>
          <p:cNvSpPr/>
          <p:nvPr userDrawn="1"/>
        </p:nvSpPr>
        <p:spPr bwMode="auto">
          <a:xfrm>
            <a:off x="6591141" y="2621184"/>
            <a:ext cx="4893895" cy="720725"/>
          </a:xfrm>
          <a:prstGeom prst="roundRect">
            <a:avLst>
              <a:gd name="adj" fmla="val 15574"/>
            </a:avLst>
          </a:prstGeom>
          <a:solidFill>
            <a:srgbClr val="B7D5FF">
              <a:alpha val="90000"/>
            </a:srgbClr>
          </a:solidFill>
          <a:ln w="38100" algn="ctr">
            <a:noFill/>
            <a:round/>
          </a:ln>
          <a:effectLst/>
        </p:spPr>
        <p:txBody>
          <a:bodyPr lIns="144000" rIns="108000" anchor="ctr"/>
          <a:lstStyle/>
          <a:p>
            <a:pPr algn="ctr"/>
            <a:endParaRPr lang="zh-CN" altLang="en-US" sz="1800" dirty="0">
              <a:solidFill>
                <a:schemeClr val="tx1">
                  <a:lumMod val="95000"/>
                  <a:lumOff val="5000"/>
                </a:schemeClr>
              </a:solidFill>
              <a:latin typeface="Arial" panose="020B0604020202020204" pitchFamily="34" charset="0"/>
              <a:ea typeface="微软雅黑" panose="020B0503020204020204" pitchFamily="34" charset="-122"/>
              <a:cs typeface="Arial" panose="020B0604020202020204" pitchFamily="34" charset="0"/>
            </a:endParaRPr>
          </a:p>
        </p:txBody>
      </p:sp>
      <p:sp>
        <p:nvSpPr>
          <p:cNvPr id="12" name="圆角矩形 11"/>
          <p:cNvSpPr/>
          <p:nvPr userDrawn="1"/>
        </p:nvSpPr>
        <p:spPr bwMode="auto">
          <a:xfrm>
            <a:off x="6576983" y="3553512"/>
            <a:ext cx="4908051" cy="720725"/>
          </a:xfrm>
          <a:prstGeom prst="roundRect">
            <a:avLst>
              <a:gd name="adj" fmla="val 15574"/>
            </a:avLst>
          </a:prstGeom>
          <a:solidFill>
            <a:srgbClr val="D3E4FC">
              <a:alpha val="90000"/>
            </a:srgbClr>
          </a:solidFill>
          <a:ln w="38100" algn="ctr">
            <a:noFill/>
            <a:round/>
          </a:ln>
          <a:effectLst/>
        </p:spPr>
        <p:txBody>
          <a:bodyPr lIns="144000" rIns="108000" anchor="ctr"/>
          <a:lstStyle/>
          <a:p>
            <a:pPr algn="ctr"/>
            <a:endParaRPr lang="en-US" altLang="zh-CN" sz="1800" dirty="0">
              <a:solidFill>
                <a:schemeClr val="tx1">
                  <a:lumMod val="95000"/>
                  <a:lumOff val="5000"/>
                </a:schemeClr>
              </a:solidFill>
              <a:latin typeface="Arial" panose="020B0604020202020204" pitchFamily="34" charset="0"/>
              <a:ea typeface="微软雅黑" panose="020B0503020204020204" pitchFamily="34" charset="-122"/>
              <a:cs typeface="Arial" panose="020B0604020202020204" pitchFamily="34" charset="0"/>
            </a:endParaRPr>
          </a:p>
        </p:txBody>
      </p:sp>
      <p:sp>
        <p:nvSpPr>
          <p:cNvPr id="13" name="圆角矩形 12"/>
          <p:cNvSpPr/>
          <p:nvPr userDrawn="1"/>
        </p:nvSpPr>
        <p:spPr bwMode="auto">
          <a:xfrm>
            <a:off x="6591803" y="4485842"/>
            <a:ext cx="4908051" cy="720725"/>
          </a:xfrm>
          <a:prstGeom prst="roundRect">
            <a:avLst>
              <a:gd name="adj" fmla="val 15574"/>
            </a:avLst>
          </a:prstGeom>
          <a:solidFill>
            <a:srgbClr val="B7D5FF">
              <a:alpha val="90000"/>
            </a:srgbClr>
          </a:solidFill>
          <a:ln w="38100" algn="ctr">
            <a:noFill/>
            <a:round/>
          </a:ln>
          <a:effectLst/>
        </p:spPr>
        <p:txBody>
          <a:bodyPr lIns="144000" rIns="108000" anchor="ctr"/>
          <a:lstStyle/>
          <a:p>
            <a:pPr algn="ctr"/>
            <a:endParaRPr lang="zh-CN" altLang="en-US" sz="1800" dirty="0">
              <a:solidFill>
                <a:schemeClr val="tx1">
                  <a:lumMod val="95000"/>
                  <a:lumOff val="5000"/>
                </a:schemeClr>
              </a:solidFill>
              <a:latin typeface="Arial" panose="020B0604020202020204" pitchFamily="34" charset="0"/>
              <a:ea typeface="微软雅黑" panose="020B0503020204020204" pitchFamily="34" charset="-122"/>
              <a:cs typeface="Arial" panose="020B0604020202020204" pitchFamily="34" charset="0"/>
              <a:sym typeface="+mn-ea"/>
            </a:endParaRPr>
          </a:p>
        </p:txBody>
      </p:sp>
      <p:sp>
        <p:nvSpPr>
          <p:cNvPr id="14" name="圆角矩形 13"/>
          <p:cNvSpPr/>
          <p:nvPr userDrawn="1"/>
        </p:nvSpPr>
        <p:spPr bwMode="auto">
          <a:xfrm>
            <a:off x="6576983" y="5418171"/>
            <a:ext cx="4908051" cy="720725"/>
          </a:xfrm>
          <a:prstGeom prst="roundRect">
            <a:avLst>
              <a:gd name="adj" fmla="val 15574"/>
            </a:avLst>
          </a:prstGeom>
          <a:solidFill>
            <a:srgbClr val="D3E4FC">
              <a:alpha val="90000"/>
            </a:srgbClr>
          </a:solidFill>
          <a:ln w="38100" algn="ctr">
            <a:noFill/>
            <a:round/>
          </a:ln>
          <a:effectLst/>
        </p:spPr>
        <p:txBody>
          <a:bodyPr lIns="144000" rIns="108000" anchor="ctr"/>
          <a:lstStyle/>
          <a:p>
            <a:pPr algn="ctr"/>
            <a:endParaRPr lang="zh-CN" altLang="en-US" sz="1800" dirty="0">
              <a:solidFill>
                <a:schemeClr val="tx1">
                  <a:lumMod val="95000"/>
                  <a:lumOff val="5000"/>
                </a:schemeClr>
              </a:solidFill>
              <a:latin typeface="Arial" panose="020B0604020202020204" pitchFamily="34" charset="0"/>
              <a:ea typeface="微软雅黑" panose="020B0503020204020204" pitchFamily="34" charset="-122"/>
              <a:cs typeface="Arial" panose="020B0604020202020204" pitchFamily="34" charset="0"/>
            </a:endParaRPr>
          </a:p>
        </p:txBody>
      </p:sp>
      <p:sp>
        <p:nvSpPr>
          <p:cNvPr id="15" name="右箭头 14"/>
          <p:cNvSpPr/>
          <p:nvPr userDrawn="1"/>
        </p:nvSpPr>
        <p:spPr>
          <a:xfrm>
            <a:off x="5761570" y="2802951"/>
            <a:ext cx="573617" cy="357188"/>
          </a:xfrm>
          <a:prstGeom prst="rightArrow">
            <a:avLst>
              <a:gd name="adj1" fmla="val 50001"/>
              <a:gd name="adj2" fmla="val 53196"/>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6" name="右箭头 15"/>
          <p:cNvSpPr/>
          <p:nvPr userDrawn="1"/>
        </p:nvSpPr>
        <p:spPr>
          <a:xfrm>
            <a:off x="5761570" y="3736733"/>
            <a:ext cx="573617" cy="357188"/>
          </a:xfrm>
          <a:prstGeom prst="rightArrow">
            <a:avLst>
              <a:gd name="adj1" fmla="val 50001"/>
              <a:gd name="adj2" fmla="val 53196"/>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7" name="右箭头 16"/>
          <p:cNvSpPr/>
          <p:nvPr userDrawn="1"/>
        </p:nvSpPr>
        <p:spPr>
          <a:xfrm>
            <a:off x="5758148" y="4667609"/>
            <a:ext cx="573617" cy="357188"/>
          </a:xfrm>
          <a:prstGeom prst="rightArrow">
            <a:avLst>
              <a:gd name="adj1" fmla="val 50001"/>
              <a:gd name="adj2" fmla="val 53196"/>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 name="右箭头 17"/>
          <p:cNvSpPr/>
          <p:nvPr userDrawn="1"/>
        </p:nvSpPr>
        <p:spPr>
          <a:xfrm>
            <a:off x="5758148" y="5598095"/>
            <a:ext cx="573617" cy="357188"/>
          </a:xfrm>
          <a:prstGeom prst="rightArrow">
            <a:avLst>
              <a:gd name="adj1" fmla="val 50001"/>
              <a:gd name="adj2" fmla="val 53196"/>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9" name="文本占位符 18"/>
          <p:cNvSpPr>
            <a:spLocks noGrp="1"/>
          </p:cNvSpPr>
          <p:nvPr>
            <p:ph type="body" sz="quarter" idx="11" hasCustomPrompt="1"/>
          </p:nvPr>
        </p:nvSpPr>
        <p:spPr>
          <a:xfrm>
            <a:off x="662163" y="1807046"/>
            <a:ext cx="5098483" cy="543938"/>
          </a:xfrm>
          <a:prstGeom prst="rect">
            <a:avLst/>
          </a:prstGeom>
        </p:spPr>
        <p:txBody>
          <a:bodyPr anchor="ctr"/>
          <a:lstStyle>
            <a:lvl1pPr marL="0" indent="0" algn="ctr">
              <a:buNone/>
              <a:defRPr lang="zh-CN" altLang="en-US" sz="2400" b="1" kern="1200" dirty="0">
                <a:solidFill>
                  <a:schemeClr val="bg1"/>
                </a:solidFill>
                <a:latin typeface="Arial" panose="020B0604020202020204" pitchFamily="34" charset="0"/>
                <a:ea typeface="微软雅黑" panose="020B0503020204020204" pitchFamily="34" charset="-122"/>
                <a:cs typeface="Arial" panose="020B0604020202020204" pitchFamily="34" charset="0"/>
              </a:defRPr>
            </a:lvl1pPr>
          </a:lstStyle>
          <a:p>
            <a:pPr lvl="0"/>
            <a:r>
              <a:rPr lang="zh-CN" altLang="en-US" dirty="0"/>
              <a:t>文字</a:t>
            </a:r>
            <a:endParaRPr lang="zh-CN" altLang="en-US" dirty="0"/>
          </a:p>
        </p:txBody>
      </p:sp>
      <p:sp>
        <p:nvSpPr>
          <p:cNvPr id="20" name="文本占位符 18"/>
          <p:cNvSpPr>
            <a:spLocks noGrp="1"/>
          </p:cNvSpPr>
          <p:nvPr>
            <p:ph type="body" sz="quarter" idx="12" hasCustomPrompt="1"/>
          </p:nvPr>
        </p:nvSpPr>
        <p:spPr>
          <a:xfrm>
            <a:off x="6401371" y="1804942"/>
            <a:ext cx="5098483" cy="543938"/>
          </a:xfrm>
          <a:prstGeom prst="rect">
            <a:avLst/>
          </a:prstGeom>
        </p:spPr>
        <p:txBody>
          <a:bodyPr anchor="ctr"/>
          <a:lstStyle>
            <a:lvl1pPr marL="0" indent="0" algn="ctr">
              <a:buNone/>
              <a:defRPr lang="zh-CN" altLang="en-US" sz="2400" b="1" kern="1200" dirty="0">
                <a:solidFill>
                  <a:schemeClr val="bg1"/>
                </a:solidFill>
                <a:latin typeface="Arial" panose="020B0604020202020204" pitchFamily="34" charset="0"/>
                <a:ea typeface="微软雅黑" panose="020B0503020204020204" pitchFamily="34" charset="-122"/>
                <a:cs typeface="Arial" panose="020B0604020202020204" pitchFamily="34" charset="0"/>
              </a:defRPr>
            </a:lvl1pPr>
          </a:lstStyle>
          <a:p>
            <a:pPr lvl="0"/>
            <a:r>
              <a:rPr lang="zh-CN" altLang="en-US" dirty="0"/>
              <a:t>文字</a:t>
            </a:r>
            <a:endParaRPr lang="zh-CN" altLang="en-US" dirty="0"/>
          </a:p>
        </p:txBody>
      </p:sp>
      <p:sp>
        <p:nvSpPr>
          <p:cNvPr id="22" name="文本占位符 21"/>
          <p:cNvSpPr>
            <a:spLocks noGrp="1"/>
          </p:cNvSpPr>
          <p:nvPr>
            <p:ph type="body" sz="quarter" idx="13" hasCustomPrompt="1"/>
          </p:nvPr>
        </p:nvSpPr>
        <p:spPr>
          <a:xfrm>
            <a:off x="767402" y="2615560"/>
            <a:ext cx="4548511" cy="722666"/>
          </a:xfrm>
          <a:prstGeom prst="rect">
            <a:avLst/>
          </a:prstGeom>
        </p:spPr>
        <p:txBody>
          <a:bodyPr anchor="ctr"/>
          <a:lstStyle>
            <a:lvl1pPr marL="0" indent="0">
              <a:buNone/>
              <a:defRPr lang="zh-CN" altLang="en-US" sz="1800" kern="1200" dirty="0">
                <a:solidFill>
                  <a:schemeClr val="tx1">
                    <a:lumMod val="95000"/>
                    <a:lumOff val="5000"/>
                  </a:schemeClr>
                </a:solidFill>
                <a:latin typeface="Arial" panose="020B0604020202020204" pitchFamily="34" charset="0"/>
                <a:ea typeface="微软雅黑" panose="020B0503020204020204" pitchFamily="34" charset="-122"/>
                <a:cs typeface="Arial" panose="020B0604020202020204" pitchFamily="34" charset="0"/>
              </a:defRPr>
            </a:lvl1pPr>
          </a:lstStyle>
          <a:p>
            <a:pPr lvl="0"/>
            <a:r>
              <a:rPr lang="zh-CN" altLang="en-US" dirty="0"/>
              <a:t>文字</a:t>
            </a:r>
            <a:endParaRPr lang="zh-CN" altLang="en-US" dirty="0"/>
          </a:p>
        </p:txBody>
      </p:sp>
      <p:sp>
        <p:nvSpPr>
          <p:cNvPr id="23" name="文本占位符 21"/>
          <p:cNvSpPr>
            <a:spLocks noGrp="1"/>
          </p:cNvSpPr>
          <p:nvPr>
            <p:ph type="body" sz="quarter" idx="14" hasCustomPrompt="1"/>
          </p:nvPr>
        </p:nvSpPr>
        <p:spPr>
          <a:xfrm>
            <a:off x="767401" y="3552540"/>
            <a:ext cx="4548511" cy="722666"/>
          </a:xfrm>
          <a:prstGeom prst="rect">
            <a:avLst/>
          </a:prstGeom>
        </p:spPr>
        <p:txBody>
          <a:bodyPr anchor="ctr"/>
          <a:lstStyle>
            <a:lvl1pPr marL="0" indent="0">
              <a:buNone/>
              <a:defRPr lang="zh-CN" altLang="en-US" sz="1800" kern="1200" dirty="0">
                <a:solidFill>
                  <a:schemeClr val="tx1">
                    <a:lumMod val="95000"/>
                    <a:lumOff val="5000"/>
                  </a:schemeClr>
                </a:solidFill>
                <a:latin typeface="Arial" panose="020B0604020202020204" pitchFamily="34" charset="0"/>
                <a:ea typeface="微软雅黑" panose="020B0503020204020204" pitchFamily="34" charset="-122"/>
                <a:cs typeface="Arial" panose="020B0604020202020204" pitchFamily="34" charset="0"/>
              </a:defRPr>
            </a:lvl1pPr>
          </a:lstStyle>
          <a:p>
            <a:pPr lvl="0"/>
            <a:r>
              <a:rPr lang="zh-CN" altLang="en-US" dirty="0"/>
              <a:t>文字</a:t>
            </a:r>
            <a:endParaRPr lang="zh-CN" altLang="en-US" dirty="0"/>
          </a:p>
        </p:txBody>
      </p:sp>
      <p:sp>
        <p:nvSpPr>
          <p:cNvPr id="24" name="文本占位符 21"/>
          <p:cNvSpPr>
            <a:spLocks noGrp="1"/>
          </p:cNvSpPr>
          <p:nvPr>
            <p:ph type="body" sz="quarter" idx="15" hasCustomPrompt="1"/>
          </p:nvPr>
        </p:nvSpPr>
        <p:spPr>
          <a:xfrm>
            <a:off x="794418" y="4482159"/>
            <a:ext cx="4548511" cy="722666"/>
          </a:xfrm>
          <a:prstGeom prst="rect">
            <a:avLst/>
          </a:prstGeom>
        </p:spPr>
        <p:txBody>
          <a:bodyPr anchor="ctr"/>
          <a:lstStyle>
            <a:lvl1pPr marL="0" indent="0">
              <a:buNone/>
              <a:defRPr lang="zh-CN" altLang="en-US" sz="1800" kern="1200" dirty="0">
                <a:solidFill>
                  <a:schemeClr val="tx1">
                    <a:lumMod val="95000"/>
                    <a:lumOff val="5000"/>
                  </a:schemeClr>
                </a:solidFill>
                <a:latin typeface="Arial" panose="020B0604020202020204" pitchFamily="34" charset="0"/>
                <a:ea typeface="微软雅黑" panose="020B0503020204020204" pitchFamily="34" charset="-122"/>
                <a:cs typeface="Arial" panose="020B0604020202020204" pitchFamily="34" charset="0"/>
              </a:defRPr>
            </a:lvl1pPr>
          </a:lstStyle>
          <a:p>
            <a:pPr lvl="0"/>
            <a:r>
              <a:rPr lang="zh-CN" altLang="en-US" dirty="0"/>
              <a:t>文字</a:t>
            </a:r>
            <a:endParaRPr lang="zh-CN" altLang="en-US" dirty="0"/>
          </a:p>
        </p:txBody>
      </p:sp>
      <p:sp>
        <p:nvSpPr>
          <p:cNvPr id="25" name="文本占位符 21"/>
          <p:cNvSpPr>
            <a:spLocks noGrp="1"/>
          </p:cNvSpPr>
          <p:nvPr>
            <p:ph type="body" sz="quarter" idx="16" hasCustomPrompt="1"/>
          </p:nvPr>
        </p:nvSpPr>
        <p:spPr>
          <a:xfrm>
            <a:off x="801618" y="5411778"/>
            <a:ext cx="4548511" cy="722666"/>
          </a:xfrm>
          <a:prstGeom prst="rect">
            <a:avLst/>
          </a:prstGeom>
        </p:spPr>
        <p:txBody>
          <a:bodyPr anchor="ctr"/>
          <a:lstStyle>
            <a:lvl1pPr marL="0" indent="0">
              <a:buNone/>
              <a:defRPr lang="zh-CN" altLang="en-US" sz="1800" kern="1200" dirty="0">
                <a:solidFill>
                  <a:schemeClr val="tx1">
                    <a:lumMod val="95000"/>
                    <a:lumOff val="5000"/>
                  </a:schemeClr>
                </a:solidFill>
                <a:latin typeface="Arial" panose="020B0604020202020204" pitchFamily="34" charset="0"/>
                <a:ea typeface="微软雅黑" panose="020B0503020204020204" pitchFamily="34" charset="-122"/>
                <a:cs typeface="Arial" panose="020B0604020202020204" pitchFamily="34" charset="0"/>
              </a:defRPr>
            </a:lvl1pPr>
          </a:lstStyle>
          <a:p>
            <a:pPr lvl="0"/>
            <a:r>
              <a:rPr lang="zh-CN" altLang="en-US" dirty="0"/>
              <a:t>文字</a:t>
            </a:r>
            <a:endParaRPr lang="zh-CN" altLang="en-US" dirty="0"/>
          </a:p>
        </p:txBody>
      </p:sp>
      <p:sp>
        <p:nvSpPr>
          <p:cNvPr id="26" name="文本占位符 21"/>
          <p:cNvSpPr>
            <a:spLocks noGrp="1"/>
          </p:cNvSpPr>
          <p:nvPr>
            <p:ph type="body" sz="quarter" idx="17" hasCustomPrompt="1"/>
          </p:nvPr>
        </p:nvSpPr>
        <p:spPr>
          <a:xfrm>
            <a:off x="6744362" y="2618910"/>
            <a:ext cx="4548511" cy="722666"/>
          </a:xfrm>
          <a:prstGeom prst="rect">
            <a:avLst/>
          </a:prstGeom>
        </p:spPr>
        <p:txBody>
          <a:bodyPr anchor="ctr"/>
          <a:lstStyle>
            <a:lvl1pPr marL="0" indent="0">
              <a:buNone/>
              <a:defRPr lang="zh-CN" altLang="en-US" sz="1800" kern="1200" dirty="0">
                <a:solidFill>
                  <a:schemeClr val="tx1">
                    <a:lumMod val="95000"/>
                    <a:lumOff val="5000"/>
                  </a:schemeClr>
                </a:solidFill>
                <a:latin typeface="Arial" panose="020B0604020202020204" pitchFamily="34" charset="0"/>
                <a:ea typeface="微软雅黑" panose="020B0503020204020204" pitchFamily="34" charset="-122"/>
                <a:cs typeface="Arial" panose="020B0604020202020204" pitchFamily="34" charset="0"/>
              </a:defRPr>
            </a:lvl1pPr>
          </a:lstStyle>
          <a:p>
            <a:pPr lvl="0"/>
            <a:r>
              <a:rPr lang="zh-CN" altLang="en-US" dirty="0"/>
              <a:t>文字</a:t>
            </a:r>
            <a:endParaRPr lang="zh-CN" altLang="en-US" dirty="0"/>
          </a:p>
        </p:txBody>
      </p:sp>
      <p:sp>
        <p:nvSpPr>
          <p:cNvPr id="27" name="文本占位符 21"/>
          <p:cNvSpPr>
            <a:spLocks noGrp="1"/>
          </p:cNvSpPr>
          <p:nvPr>
            <p:ph type="body" sz="quarter" idx="18" hasCustomPrompt="1"/>
          </p:nvPr>
        </p:nvSpPr>
        <p:spPr>
          <a:xfrm>
            <a:off x="6744361" y="3555890"/>
            <a:ext cx="4548511" cy="722666"/>
          </a:xfrm>
          <a:prstGeom prst="rect">
            <a:avLst/>
          </a:prstGeom>
        </p:spPr>
        <p:txBody>
          <a:bodyPr anchor="ctr"/>
          <a:lstStyle>
            <a:lvl1pPr marL="0" indent="0">
              <a:buNone/>
              <a:defRPr lang="zh-CN" altLang="en-US" sz="1800" kern="1200" dirty="0">
                <a:solidFill>
                  <a:schemeClr val="tx1">
                    <a:lumMod val="95000"/>
                    <a:lumOff val="5000"/>
                  </a:schemeClr>
                </a:solidFill>
                <a:latin typeface="Arial" panose="020B0604020202020204" pitchFamily="34" charset="0"/>
                <a:ea typeface="微软雅黑" panose="020B0503020204020204" pitchFamily="34" charset="-122"/>
                <a:cs typeface="Arial" panose="020B0604020202020204" pitchFamily="34" charset="0"/>
              </a:defRPr>
            </a:lvl1pPr>
          </a:lstStyle>
          <a:p>
            <a:pPr lvl="0"/>
            <a:r>
              <a:rPr lang="zh-CN" altLang="en-US" dirty="0"/>
              <a:t>文字</a:t>
            </a:r>
            <a:endParaRPr lang="zh-CN" altLang="en-US" dirty="0"/>
          </a:p>
        </p:txBody>
      </p:sp>
      <p:sp>
        <p:nvSpPr>
          <p:cNvPr id="28" name="文本占位符 21"/>
          <p:cNvSpPr>
            <a:spLocks noGrp="1"/>
          </p:cNvSpPr>
          <p:nvPr>
            <p:ph type="body" sz="quarter" idx="19" hasCustomPrompt="1"/>
          </p:nvPr>
        </p:nvSpPr>
        <p:spPr>
          <a:xfrm>
            <a:off x="6771378" y="4485509"/>
            <a:ext cx="4548511" cy="722666"/>
          </a:xfrm>
          <a:prstGeom prst="rect">
            <a:avLst/>
          </a:prstGeom>
        </p:spPr>
        <p:txBody>
          <a:bodyPr anchor="ctr"/>
          <a:lstStyle>
            <a:lvl1pPr marL="0" indent="0">
              <a:buNone/>
              <a:defRPr lang="zh-CN" altLang="en-US" sz="1800" kern="1200" dirty="0">
                <a:solidFill>
                  <a:schemeClr val="tx1">
                    <a:lumMod val="95000"/>
                    <a:lumOff val="5000"/>
                  </a:schemeClr>
                </a:solidFill>
                <a:latin typeface="Arial" panose="020B0604020202020204" pitchFamily="34" charset="0"/>
                <a:ea typeface="微软雅黑" panose="020B0503020204020204" pitchFamily="34" charset="-122"/>
                <a:cs typeface="Arial" panose="020B0604020202020204" pitchFamily="34" charset="0"/>
              </a:defRPr>
            </a:lvl1pPr>
          </a:lstStyle>
          <a:p>
            <a:pPr lvl="0"/>
            <a:r>
              <a:rPr lang="zh-CN" altLang="en-US" dirty="0"/>
              <a:t>文字</a:t>
            </a:r>
            <a:endParaRPr lang="zh-CN" altLang="en-US" dirty="0"/>
          </a:p>
        </p:txBody>
      </p:sp>
      <p:sp>
        <p:nvSpPr>
          <p:cNvPr id="29" name="文本占位符 21"/>
          <p:cNvSpPr>
            <a:spLocks noGrp="1"/>
          </p:cNvSpPr>
          <p:nvPr>
            <p:ph type="body" sz="quarter" idx="20" hasCustomPrompt="1"/>
          </p:nvPr>
        </p:nvSpPr>
        <p:spPr>
          <a:xfrm>
            <a:off x="6778578" y="5415128"/>
            <a:ext cx="4548511" cy="722666"/>
          </a:xfrm>
          <a:prstGeom prst="rect">
            <a:avLst/>
          </a:prstGeom>
        </p:spPr>
        <p:txBody>
          <a:bodyPr anchor="ctr"/>
          <a:lstStyle>
            <a:lvl1pPr marL="0" indent="0">
              <a:buNone/>
              <a:defRPr lang="zh-CN" altLang="en-US" sz="1800" kern="1200" dirty="0">
                <a:solidFill>
                  <a:schemeClr val="tx1">
                    <a:lumMod val="95000"/>
                    <a:lumOff val="5000"/>
                  </a:schemeClr>
                </a:solidFill>
                <a:latin typeface="Arial" panose="020B0604020202020204" pitchFamily="34" charset="0"/>
                <a:ea typeface="微软雅黑" panose="020B0503020204020204" pitchFamily="34" charset="-122"/>
                <a:cs typeface="Arial" panose="020B0604020202020204" pitchFamily="34" charset="0"/>
              </a:defRPr>
            </a:lvl1pPr>
          </a:lstStyle>
          <a:p>
            <a:pPr lvl="0"/>
            <a:r>
              <a:rPr lang="zh-CN" altLang="en-US" dirty="0"/>
              <a:t>文字</a:t>
            </a:r>
            <a:endParaRPr lang="zh-CN" altLang="en-US" dirty="0"/>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5_自定义版式">
    <p:spTree>
      <p:nvGrpSpPr>
        <p:cNvPr id="1" name=""/>
        <p:cNvGrpSpPr/>
        <p:nvPr/>
      </p:nvGrpSpPr>
      <p:grpSpPr>
        <a:xfrm>
          <a:off x="0" y="0"/>
          <a:ext cx="0" cy="0"/>
          <a:chOff x="0" y="0"/>
          <a:chExt cx="0" cy="0"/>
        </a:xfrm>
      </p:grpSpPr>
      <p:sp>
        <p:nvSpPr>
          <p:cNvPr id="3" name="矩形 2"/>
          <p:cNvSpPr/>
          <p:nvPr userDrawn="1"/>
        </p:nvSpPr>
        <p:spPr>
          <a:xfrm>
            <a:off x="1516050" y="1137512"/>
            <a:ext cx="9176631" cy="5064505"/>
          </a:xfrm>
          <a:prstGeom prst="rect">
            <a:avLst/>
          </a:prstGeom>
          <a:solidFill>
            <a:srgbClr val="EAF1F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latin typeface="微软雅黑" panose="020B0503020204020204" pitchFamily="34" charset="-122"/>
              <a:ea typeface="微软雅黑" panose="020B0503020204020204" pitchFamily="34" charset="-122"/>
            </a:endParaRPr>
          </a:p>
        </p:txBody>
      </p:sp>
      <p:sp>
        <p:nvSpPr>
          <p:cNvPr id="4" name="矩形 3"/>
          <p:cNvSpPr/>
          <p:nvPr userDrawn="1"/>
        </p:nvSpPr>
        <p:spPr>
          <a:xfrm>
            <a:off x="3056656" y="3676923"/>
            <a:ext cx="6493297" cy="77509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latin typeface="微软雅黑" panose="020B0503020204020204" pitchFamily="34" charset="-122"/>
              <a:ea typeface="微软雅黑" panose="020B0503020204020204" pitchFamily="34" charset="-122"/>
            </a:endParaRPr>
          </a:p>
        </p:txBody>
      </p:sp>
      <p:sp>
        <p:nvSpPr>
          <p:cNvPr id="5" name="矩形 4"/>
          <p:cNvSpPr/>
          <p:nvPr userDrawn="1"/>
        </p:nvSpPr>
        <p:spPr>
          <a:xfrm>
            <a:off x="3056656" y="4801582"/>
            <a:ext cx="6493297" cy="77509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latin typeface="微软雅黑" panose="020B0503020204020204" pitchFamily="34" charset="-122"/>
              <a:ea typeface="微软雅黑" panose="020B0503020204020204" pitchFamily="34" charset="-122"/>
            </a:endParaRPr>
          </a:p>
        </p:txBody>
      </p:sp>
      <p:sp>
        <p:nvSpPr>
          <p:cNvPr id="7" name="矩形 6"/>
          <p:cNvSpPr/>
          <p:nvPr userDrawn="1"/>
        </p:nvSpPr>
        <p:spPr>
          <a:xfrm>
            <a:off x="3056656" y="1583795"/>
            <a:ext cx="6493297" cy="77509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latin typeface="微软雅黑" panose="020B0503020204020204" pitchFamily="34" charset="-122"/>
              <a:ea typeface="微软雅黑" panose="020B0503020204020204" pitchFamily="34" charset="-122"/>
            </a:endParaRPr>
          </a:p>
        </p:txBody>
      </p:sp>
      <p:sp>
        <p:nvSpPr>
          <p:cNvPr id="8" name="矩形 7"/>
          <p:cNvSpPr/>
          <p:nvPr userDrawn="1"/>
        </p:nvSpPr>
        <p:spPr>
          <a:xfrm>
            <a:off x="3056656" y="2618910"/>
            <a:ext cx="6493297" cy="77509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latin typeface="微软雅黑" panose="020B0503020204020204" pitchFamily="34" charset="-122"/>
              <a:ea typeface="微软雅黑" panose="020B0503020204020204" pitchFamily="34" charset="-122"/>
            </a:endParaRPr>
          </a:p>
        </p:txBody>
      </p:sp>
      <p:sp>
        <p:nvSpPr>
          <p:cNvPr id="9" name="矩形 8"/>
          <p:cNvSpPr/>
          <p:nvPr userDrawn="1"/>
        </p:nvSpPr>
        <p:spPr>
          <a:xfrm>
            <a:off x="1315813" y="1674911"/>
            <a:ext cx="400473" cy="3989705"/>
          </a:xfrm>
          <a:prstGeom prst="rect">
            <a:avLst/>
          </a:prstGeom>
          <a:solidFill>
            <a:srgbClr val="D3E4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latin typeface="微软雅黑" panose="020B0503020204020204" pitchFamily="34" charset="-122"/>
              <a:ea typeface="微软雅黑" panose="020B0503020204020204" pitchFamily="34" charset="-122"/>
            </a:endParaRPr>
          </a:p>
        </p:txBody>
      </p:sp>
      <p:cxnSp>
        <p:nvCxnSpPr>
          <p:cNvPr id="10" name="直接连接符 9"/>
          <p:cNvCxnSpPr/>
          <p:nvPr userDrawn="1"/>
        </p:nvCxnSpPr>
        <p:spPr bwMode="auto">
          <a:xfrm>
            <a:off x="3183875" y="2367834"/>
            <a:ext cx="6366077" cy="0"/>
          </a:xfrm>
          <a:prstGeom prst="line">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12" name="椭圆 11"/>
          <p:cNvSpPr/>
          <p:nvPr userDrawn="1"/>
        </p:nvSpPr>
        <p:spPr>
          <a:xfrm>
            <a:off x="2546107" y="1602012"/>
            <a:ext cx="1021096" cy="765822"/>
          </a:xfrm>
          <a:prstGeom prst="ellipse">
            <a:avLst/>
          </a:prstGeom>
          <a:solidFill>
            <a:srgbClr val="0971CE"/>
          </a:solidFill>
          <a:ln>
            <a:solidFill>
              <a:schemeClr val="bg1"/>
            </a:solidFill>
          </a:ln>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zh-CN" sz="3600" dirty="0">
                <a:solidFill>
                  <a:schemeClr val="bg1"/>
                </a:solidFill>
                <a:latin typeface="微软雅黑" panose="020B0503020204020204" pitchFamily="34" charset="-122"/>
                <a:ea typeface="微软雅黑" panose="020B0503020204020204" pitchFamily="34" charset="-122"/>
                <a:cs typeface="Arial" panose="020B0604020202020204" pitchFamily="34" charset="0"/>
              </a:rPr>
              <a:t>1</a:t>
            </a:r>
            <a:endParaRPr lang="zh-CN" altLang="en-US" sz="3600" dirty="0">
              <a:solidFill>
                <a:schemeClr val="bg1"/>
              </a:solidFill>
              <a:latin typeface="微软雅黑" panose="020B0503020204020204" pitchFamily="34" charset="-122"/>
              <a:ea typeface="微软雅黑" panose="020B0503020204020204" pitchFamily="34" charset="-122"/>
              <a:cs typeface="Arial" panose="020B0604020202020204" pitchFamily="34" charset="0"/>
            </a:endParaRPr>
          </a:p>
        </p:txBody>
      </p:sp>
      <p:cxnSp>
        <p:nvCxnSpPr>
          <p:cNvPr id="13" name="直接连接符 12"/>
          <p:cNvCxnSpPr/>
          <p:nvPr userDrawn="1"/>
        </p:nvCxnSpPr>
        <p:spPr bwMode="auto">
          <a:xfrm>
            <a:off x="3183875" y="3394007"/>
            <a:ext cx="6366077" cy="0"/>
          </a:xfrm>
          <a:prstGeom prst="line">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userDrawn="1"/>
        </p:nvCxnSpPr>
        <p:spPr bwMode="auto">
          <a:xfrm>
            <a:off x="3183875" y="4463996"/>
            <a:ext cx="6366077" cy="0"/>
          </a:xfrm>
          <a:prstGeom prst="line">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21" name="椭圆 20"/>
          <p:cNvSpPr/>
          <p:nvPr userDrawn="1"/>
        </p:nvSpPr>
        <p:spPr>
          <a:xfrm>
            <a:off x="2546107" y="2628185"/>
            <a:ext cx="1021096" cy="765822"/>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zh-CN" sz="3600" dirty="0">
                <a:solidFill>
                  <a:schemeClr val="bg1"/>
                </a:solidFill>
                <a:latin typeface="微软雅黑" panose="020B0503020204020204" pitchFamily="34" charset="-122"/>
                <a:ea typeface="微软雅黑" panose="020B0503020204020204" pitchFamily="34" charset="-122"/>
                <a:cs typeface="Arial" panose="020B0604020202020204" pitchFamily="34" charset="0"/>
              </a:rPr>
              <a:t>2</a:t>
            </a:r>
            <a:endParaRPr lang="zh-CN" altLang="en-US" sz="3600" dirty="0">
              <a:solidFill>
                <a:schemeClr val="bg1"/>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22" name="椭圆 21"/>
          <p:cNvSpPr/>
          <p:nvPr userDrawn="1"/>
        </p:nvSpPr>
        <p:spPr>
          <a:xfrm>
            <a:off x="2546107" y="3698174"/>
            <a:ext cx="1021096" cy="765822"/>
          </a:xfrm>
          <a:prstGeom prst="ellipse">
            <a:avLst/>
          </a:prstGeom>
          <a:solidFill>
            <a:srgbClr val="0971CE"/>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zh-CN" sz="3600" dirty="0">
                <a:solidFill>
                  <a:schemeClr val="bg1"/>
                </a:solidFill>
                <a:latin typeface="微软雅黑" panose="020B0503020204020204" pitchFamily="34" charset="-122"/>
                <a:ea typeface="微软雅黑" panose="020B0503020204020204" pitchFamily="34" charset="-122"/>
                <a:cs typeface="Arial" panose="020B0604020202020204" pitchFamily="34" charset="0"/>
              </a:rPr>
              <a:t>3</a:t>
            </a:r>
            <a:endParaRPr lang="zh-CN" altLang="en-US" sz="3600" dirty="0">
              <a:solidFill>
                <a:schemeClr val="bg1"/>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23" name="椭圆 22"/>
          <p:cNvSpPr/>
          <p:nvPr userDrawn="1"/>
        </p:nvSpPr>
        <p:spPr>
          <a:xfrm>
            <a:off x="2546107" y="4823418"/>
            <a:ext cx="1021096" cy="765822"/>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zh-CN" sz="3600" dirty="0">
                <a:solidFill>
                  <a:schemeClr val="bg1"/>
                </a:solidFill>
                <a:latin typeface="微软雅黑" panose="020B0503020204020204" pitchFamily="34" charset="-122"/>
                <a:ea typeface="微软雅黑" panose="020B0503020204020204" pitchFamily="34" charset="-122"/>
                <a:cs typeface="Arial" panose="020B0604020202020204" pitchFamily="34" charset="0"/>
              </a:rPr>
              <a:t>4</a:t>
            </a:r>
            <a:endParaRPr lang="zh-CN" altLang="en-US" sz="3600" dirty="0">
              <a:solidFill>
                <a:schemeClr val="bg1"/>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25" name="标题 1"/>
          <p:cNvSpPr>
            <a:spLocks noGrp="1"/>
          </p:cNvSpPr>
          <p:nvPr>
            <p:ph type="title" hasCustomPrompt="1"/>
          </p:nvPr>
        </p:nvSpPr>
        <p:spPr>
          <a:xfrm>
            <a:off x="321907" y="143635"/>
            <a:ext cx="8414387" cy="692978"/>
          </a:xfrm>
          <a:prstGeom prst="rect">
            <a:avLst/>
          </a:prstGeom>
        </p:spPr>
        <p:txBody>
          <a:bodyPr/>
          <a:lstStyle>
            <a:lvl1pPr>
              <a:defRPr sz="3600">
                <a:solidFill>
                  <a:srgbClr val="3D58A7"/>
                </a:solidFill>
              </a:defRPr>
            </a:lvl1pPr>
          </a:lstStyle>
          <a:p>
            <a:r>
              <a:rPr lang="zh-CN" altLang="en-US" dirty="0"/>
              <a:t>汇报提纲</a:t>
            </a:r>
            <a:endParaRPr lang="zh-CN" altLang="en-US" dirty="0"/>
          </a:p>
        </p:txBody>
      </p:sp>
      <p:sp>
        <p:nvSpPr>
          <p:cNvPr id="27" name="文本占位符 26"/>
          <p:cNvSpPr>
            <a:spLocks noGrp="1"/>
          </p:cNvSpPr>
          <p:nvPr>
            <p:ph type="body" sz="quarter" idx="10" hasCustomPrompt="1"/>
          </p:nvPr>
        </p:nvSpPr>
        <p:spPr>
          <a:xfrm>
            <a:off x="4235794" y="1602012"/>
            <a:ext cx="5248111" cy="753262"/>
          </a:xfrm>
          <a:prstGeom prst="rect">
            <a:avLst/>
          </a:prstGeom>
        </p:spPr>
        <p:txBody>
          <a:bodyPr anchor="ctr"/>
          <a:lstStyle>
            <a:lvl1pPr marL="0" indent="0">
              <a:buFontTx/>
              <a:buNone/>
              <a:defRPr sz="3200" b="1">
                <a:latin typeface="微软雅黑" panose="020B0503020204020204" pitchFamily="34" charset="-122"/>
                <a:ea typeface="微软雅黑" panose="020B0503020204020204" pitchFamily="34" charset="-122"/>
              </a:defRPr>
            </a:lvl1pPr>
          </a:lstStyle>
          <a:p>
            <a:pPr lvl="0"/>
            <a:r>
              <a:rPr lang="zh-CN" altLang="en-US" dirty="0"/>
              <a:t>研究背景与意义</a:t>
            </a:r>
            <a:endParaRPr lang="zh-CN" altLang="en-US" dirty="0"/>
          </a:p>
        </p:txBody>
      </p:sp>
      <p:sp>
        <p:nvSpPr>
          <p:cNvPr id="28" name="文本占位符 26"/>
          <p:cNvSpPr>
            <a:spLocks noGrp="1"/>
          </p:cNvSpPr>
          <p:nvPr>
            <p:ph type="body" sz="quarter" idx="11" hasCustomPrompt="1"/>
          </p:nvPr>
        </p:nvSpPr>
        <p:spPr>
          <a:xfrm>
            <a:off x="4235794" y="2629828"/>
            <a:ext cx="5248111" cy="753262"/>
          </a:xfrm>
          <a:prstGeom prst="rect">
            <a:avLst/>
          </a:prstGeom>
        </p:spPr>
        <p:txBody>
          <a:bodyPr anchor="ctr"/>
          <a:lstStyle>
            <a:lvl1pPr marL="0" indent="0">
              <a:buFontTx/>
              <a:buNone/>
              <a:defRPr sz="3200" b="1">
                <a:latin typeface="微软雅黑" panose="020B0503020204020204" pitchFamily="34" charset="-122"/>
                <a:ea typeface="微软雅黑" panose="020B0503020204020204" pitchFamily="34" charset="-122"/>
              </a:defRPr>
            </a:lvl1pPr>
          </a:lstStyle>
          <a:p>
            <a:pPr lvl="0"/>
            <a:r>
              <a:rPr lang="zh-CN" altLang="en-US" dirty="0"/>
              <a:t>研究目标与内容</a:t>
            </a:r>
            <a:endParaRPr lang="zh-CN" altLang="en-US" dirty="0"/>
          </a:p>
        </p:txBody>
      </p:sp>
      <p:sp>
        <p:nvSpPr>
          <p:cNvPr id="29" name="文本占位符 26"/>
          <p:cNvSpPr>
            <a:spLocks noGrp="1"/>
          </p:cNvSpPr>
          <p:nvPr>
            <p:ph type="body" sz="quarter" idx="12" hasCustomPrompt="1"/>
          </p:nvPr>
        </p:nvSpPr>
        <p:spPr>
          <a:xfrm>
            <a:off x="4235794" y="3697054"/>
            <a:ext cx="5248111" cy="753262"/>
          </a:xfrm>
          <a:prstGeom prst="rect">
            <a:avLst/>
          </a:prstGeom>
        </p:spPr>
        <p:txBody>
          <a:bodyPr anchor="ctr"/>
          <a:lstStyle>
            <a:lvl1pPr marL="0" indent="0">
              <a:buFontTx/>
              <a:buNone/>
              <a:defRPr sz="3200" b="1">
                <a:latin typeface="微软雅黑" panose="020B0503020204020204" pitchFamily="34" charset="-122"/>
                <a:ea typeface="微软雅黑" panose="020B0503020204020204" pitchFamily="34" charset="-122"/>
              </a:defRPr>
            </a:lvl1pPr>
          </a:lstStyle>
          <a:p>
            <a:pPr lvl="0"/>
            <a:r>
              <a:rPr lang="zh-CN" altLang="en-US" dirty="0"/>
              <a:t>任务分解与进度</a:t>
            </a:r>
            <a:endParaRPr lang="zh-CN" altLang="en-US" dirty="0"/>
          </a:p>
        </p:txBody>
      </p:sp>
      <p:sp>
        <p:nvSpPr>
          <p:cNvPr id="30" name="文本占位符 26"/>
          <p:cNvSpPr>
            <a:spLocks noGrp="1"/>
          </p:cNvSpPr>
          <p:nvPr>
            <p:ph type="body" sz="quarter" idx="13" hasCustomPrompt="1"/>
          </p:nvPr>
        </p:nvSpPr>
        <p:spPr>
          <a:xfrm>
            <a:off x="4235793" y="4787901"/>
            <a:ext cx="5248111" cy="753262"/>
          </a:xfrm>
          <a:prstGeom prst="rect">
            <a:avLst/>
          </a:prstGeom>
        </p:spPr>
        <p:txBody>
          <a:bodyPr anchor="ctr"/>
          <a:lstStyle>
            <a:lvl1pPr marL="0" indent="0">
              <a:buFontTx/>
              <a:buNone/>
              <a:defRPr sz="3200" b="1">
                <a:latin typeface="微软雅黑" panose="020B0503020204020204" pitchFamily="34" charset="-122"/>
                <a:ea typeface="微软雅黑" panose="020B0503020204020204" pitchFamily="34" charset="-122"/>
              </a:defRPr>
            </a:lvl1pPr>
          </a:lstStyle>
          <a:p>
            <a:pPr lvl="0"/>
            <a:r>
              <a:rPr lang="zh-CN" altLang="en-US" dirty="0"/>
              <a:t>预期成果与创新</a:t>
            </a:r>
            <a:endParaRPr lang="zh-CN" altLang="en-US" dirty="0"/>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6_自定义版式">
    <p:spTree>
      <p:nvGrpSpPr>
        <p:cNvPr id="1" name=""/>
        <p:cNvGrpSpPr/>
        <p:nvPr/>
      </p:nvGrpSpPr>
      <p:grpSpPr>
        <a:xfrm>
          <a:off x="0" y="0"/>
          <a:ext cx="0" cy="0"/>
          <a:chOff x="0" y="0"/>
          <a:chExt cx="0" cy="0"/>
        </a:xfrm>
      </p:grpSpPr>
      <p:sp>
        <p:nvSpPr>
          <p:cNvPr id="3" name="矩形 2"/>
          <p:cNvSpPr/>
          <p:nvPr userDrawn="1"/>
        </p:nvSpPr>
        <p:spPr>
          <a:xfrm>
            <a:off x="1516050" y="1137512"/>
            <a:ext cx="9176631" cy="5064505"/>
          </a:xfrm>
          <a:prstGeom prst="rect">
            <a:avLst/>
          </a:prstGeom>
          <a:solidFill>
            <a:srgbClr val="EAF1F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latin typeface="微软雅黑" panose="020B0503020204020204" pitchFamily="34" charset="-122"/>
              <a:ea typeface="微软雅黑" panose="020B0503020204020204" pitchFamily="34" charset="-122"/>
            </a:endParaRPr>
          </a:p>
        </p:txBody>
      </p:sp>
      <p:sp>
        <p:nvSpPr>
          <p:cNvPr id="4" name="矩形 3"/>
          <p:cNvSpPr/>
          <p:nvPr userDrawn="1"/>
        </p:nvSpPr>
        <p:spPr>
          <a:xfrm>
            <a:off x="3056656" y="4442127"/>
            <a:ext cx="6493297" cy="77509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latin typeface="微软雅黑" panose="020B0503020204020204" pitchFamily="34" charset="-122"/>
              <a:ea typeface="微软雅黑" panose="020B0503020204020204" pitchFamily="34" charset="-122"/>
            </a:endParaRPr>
          </a:p>
        </p:txBody>
      </p:sp>
      <p:sp>
        <p:nvSpPr>
          <p:cNvPr id="7" name="矩形 6"/>
          <p:cNvSpPr/>
          <p:nvPr userDrawn="1"/>
        </p:nvSpPr>
        <p:spPr>
          <a:xfrm>
            <a:off x="3056656" y="1871259"/>
            <a:ext cx="6493297" cy="77509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latin typeface="微软雅黑" panose="020B0503020204020204" pitchFamily="34" charset="-122"/>
              <a:ea typeface="微软雅黑" panose="020B0503020204020204" pitchFamily="34" charset="-122"/>
            </a:endParaRPr>
          </a:p>
        </p:txBody>
      </p:sp>
      <p:sp>
        <p:nvSpPr>
          <p:cNvPr id="8" name="矩形 7"/>
          <p:cNvSpPr/>
          <p:nvPr userDrawn="1"/>
        </p:nvSpPr>
        <p:spPr>
          <a:xfrm>
            <a:off x="3056656" y="3158970"/>
            <a:ext cx="6493297" cy="77509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latin typeface="微软雅黑" panose="020B0503020204020204" pitchFamily="34" charset="-122"/>
              <a:ea typeface="微软雅黑" panose="020B0503020204020204" pitchFamily="34" charset="-122"/>
            </a:endParaRPr>
          </a:p>
        </p:txBody>
      </p:sp>
      <p:sp>
        <p:nvSpPr>
          <p:cNvPr id="9" name="矩形 8"/>
          <p:cNvSpPr/>
          <p:nvPr userDrawn="1"/>
        </p:nvSpPr>
        <p:spPr>
          <a:xfrm>
            <a:off x="1315813" y="1674911"/>
            <a:ext cx="400473" cy="3989705"/>
          </a:xfrm>
          <a:prstGeom prst="rect">
            <a:avLst/>
          </a:prstGeom>
          <a:solidFill>
            <a:srgbClr val="D3E4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latin typeface="微软雅黑" panose="020B0503020204020204" pitchFamily="34" charset="-122"/>
              <a:ea typeface="微软雅黑" panose="020B0503020204020204" pitchFamily="34" charset="-122"/>
            </a:endParaRPr>
          </a:p>
        </p:txBody>
      </p:sp>
      <p:cxnSp>
        <p:nvCxnSpPr>
          <p:cNvPr id="10" name="直接连接符 9"/>
          <p:cNvCxnSpPr/>
          <p:nvPr userDrawn="1"/>
        </p:nvCxnSpPr>
        <p:spPr bwMode="auto">
          <a:xfrm>
            <a:off x="3183875" y="2655298"/>
            <a:ext cx="6366077" cy="0"/>
          </a:xfrm>
          <a:prstGeom prst="line">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12" name="椭圆 11"/>
          <p:cNvSpPr/>
          <p:nvPr userDrawn="1"/>
        </p:nvSpPr>
        <p:spPr>
          <a:xfrm>
            <a:off x="2546107" y="1889476"/>
            <a:ext cx="1021096" cy="765822"/>
          </a:xfrm>
          <a:prstGeom prst="ellipse">
            <a:avLst/>
          </a:prstGeom>
          <a:solidFill>
            <a:srgbClr val="0971CE"/>
          </a:solidFill>
          <a:ln>
            <a:solidFill>
              <a:schemeClr val="bg1"/>
            </a:solidFill>
          </a:ln>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zh-CN" sz="3600" dirty="0">
                <a:solidFill>
                  <a:schemeClr val="bg1"/>
                </a:solidFill>
                <a:latin typeface="微软雅黑" panose="020B0503020204020204" pitchFamily="34" charset="-122"/>
                <a:ea typeface="微软雅黑" panose="020B0503020204020204" pitchFamily="34" charset="-122"/>
                <a:cs typeface="Arial" panose="020B0604020202020204" pitchFamily="34" charset="0"/>
              </a:rPr>
              <a:t>1</a:t>
            </a:r>
            <a:endParaRPr lang="zh-CN" altLang="en-US" sz="3600" dirty="0">
              <a:solidFill>
                <a:schemeClr val="bg1"/>
              </a:solidFill>
              <a:latin typeface="微软雅黑" panose="020B0503020204020204" pitchFamily="34" charset="-122"/>
              <a:ea typeface="微软雅黑" panose="020B0503020204020204" pitchFamily="34" charset="-122"/>
              <a:cs typeface="Arial" panose="020B0604020202020204" pitchFamily="34" charset="0"/>
            </a:endParaRPr>
          </a:p>
        </p:txBody>
      </p:sp>
      <p:cxnSp>
        <p:nvCxnSpPr>
          <p:cNvPr id="13" name="直接连接符 12"/>
          <p:cNvCxnSpPr/>
          <p:nvPr userDrawn="1"/>
        </p:nvCxnSpPr>
        <p:spPr bwMode="auto">
          <a:xfrm>
            <a:off x="3183875" y="3934067"/>
            <a:ext cx="6366077" cy="0"/>
          </a:xfrm>
          <a:prstGeom prst="line">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userDrawn="1"/>
        </p:nvCxnSpPr>
        <p:spPr bwMode="auto">
          <a:xfrm>
            <a:off x="3183875" y="5229200"/>
            <a:ext cx="6366077" cy="0"/>
          </a:xfrm>
          <a:prstGeom prst="line">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21" name="椭圆 20"/>
          <p:cNvSpPr/>
          <p:nvPr userDrawn="1"/>
        </p:nvSpPr>
        <p:spPr>
          <a:xfrm>
            <a:off x="2546107" y="3168245"/>
            <a:ext cx="1021096" cy="765822"/>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zh-CN" sz="3600" dirty="0">
                <a:solidFill>
                  <a:schemeClr val="bg1"/>
                </a:solidFill>
                <a:latin typeface="微软雅黑" panose="020B0503020204020204" pitchFamily="34" charset="-122"/>
                <a:ea typeface="微软雅黑" panose="020B0503020204020204" pitchFamily="34" charset="-122"/>
                <a:cs typeface="Arial" panose="020B0604020202020204" pitchFamily="34" charset="0"/>
              </a:rPr>
              <a:t>2</a:t>
            </a:r>
            <a:endParaRPr lang="zh-CN" altLang="en-US" sz="3600" dirty="0">
              <a:solidFill>
                <a:schemeClr val="bg1"/>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22" name="椭圆 21"/>
          <p:cNvSpPr/>
          <p:nvPr userDrawn="1"/>
        </p:nvSpPr>
        <p:spPr>
          <a:xfrm>
            <a:off x="2546107" y="4463378"/>
            <a:ext cx="1021096" cy="765822"/>
          </a:xfrm>
          <a:prstGeom prst="ellipse">
            <a:avLst/>
          </a:prstGeom>
          <a:solidFill>
            <a:srgbClr val="0971CE"/>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zh-CN" sz="3600" dirty="0">
                <a:solidFill>
                  <a:schemeClr val="bg1"/>
                </a:solidFill>
                <a:latin typeface="微软雅黑" panose="020B0503020204020204" pitchFamily="34" charset="-122"/>
                <a:ea typeface="微软雅黑" panose="020B0503020204020204" pitchFamily="34" charset="-122"/>
                <a:cs typeface="Arial" panose="020B0604020202020204" pitchFamily="34" charset="0"/>
              </a:rPr>
              <a:t>3</a:t>
            </a:r>
            <a:endParaRPr lang="zh-CN" altLang="en-US" sz="3600" dirty="0">
              <a:solidFill>
                <a:schemeClr val="bg1"/>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25" name="标题 1"/>
          <p:cNvSpPr>
            <a:spLocks noGrp="1"/>
          </p:cNvSpPr>
          <p:nvPr>
            <p:ph type="title" hasCustomPrompt="1"/>
          </p:nvPr>
        </p:nvSpPr>
        <p:spPr>
          <a:xfrm>
            <a:off x="321907" y="143635"/>
            <a:ext cx="8414387" cy="692978"/>
          </a:xfrm>
          <a:prstGeom prst="rect">
            <a:avLst/>
          </a:prstGeom>
        </p:spPr>
        <p:txBody>
          <a:bodyPr/>
          <a:lstStyle>
            <a:lvl1pPr>
              <a:defRPr sz="3600">
                <a:solidFill>
                  <a:srgbClr val="3D58A7"/>
                </a:solidFill>
              </a:defRPr>
            </a:lvl1pPr>
          </a:lstStyle>
          <a:p>
            <a:r>
              <a:rPr lang="zh-CN" altLang="en-US" dirty="0"/>
              <a:t>汇报提纲</a:t>
            </a:r>
            <a:endParaRPr lang="zh-CN" altLang="en-US" dirty="0"/>
          </a:p>
        </p:txBody>
      </p:sp>
      <p:sp>
        <p:nvSpPr>
          <p:cNvPr id="27" name="文本占位符 26"/>
          <p:cNvSpPr>
            <a:spLocks noGrp="1"/>
          </p:cNvSpPr>
          <p:nvPr>
            <p:ph type="body" sz="quarter" idx="10" hasCustomPrompt="1"/>
          </p:nvPr>
        </p:nvSpPr>
        <p:spPr>
          <a:xfrm>
            <a:off x="4235794" y="1889476"/>
            <a:ext cx="5248111" cy="753262"/>
          </a:xfrm>
          <a:prstGeom prst="rect">
            <a:avLst/>
          </a:prstGeom>
        </p:spPr>
        <p:txBody>
          <a:bodyPr anchor="ctr"/>
          <a:lstStyle>
            <a:lvl1pPr marL="0" indent="0">
              <a:buFontTx/>
              <a:buNone/>
              <a:defRPr sz="3200" b="1">
                <a:latin typeface="微软雅黑" panose="020B0503020204020204" pitchFamily="34" charset="-122"/>
                <a:ea typeface="微软雅黑" panose="020B0503020204020204" pitchFamily="34" charset="-122"/>
              </a:defRPr>
            </a:lvl1pPr>
          </a:lstStyle>
          <a:p>
            <a:pPr lvl="0"/>
            <a:r>
              <a:rPr lang="zh-CN" altLang="en-US" dirty="0"/>
              <a:t>研究背景与意义</a:t>
            </a:r>
            <a:endParaRPr lang="zh-CN" altLang="en-US" dirty="0"/>
          </a:p>
        </p:txBody>
      </p:sp>
      <p:sp>
        <p:nvSpPr>
          <p:cNvPr id="28" name="文本占位符 26"/>
          <p:cNvSpPr>
            <a:spLocks noGrp="1"/>
          </p:cNvSpPr>
          <p:nvPr>
            <p:ph type="body" sz="quarter" idx="11" hasCustomPrompt="1"/>
          </p:nvPr>
        </p:nvSpPr>
        <p:spPr>
          <a:xfrm>
            <a:off x="4235794" y="3169888"/>
            <a:ext cx="5248111" cy="753262"/>
          </a:xfrm>
          <a:prstGeom prst="rect">
            <a:avLst/>
          </a:prstGeom>
        </p:spPr>
        <p:txBody>
          <a:bodyPr anchor="ctr"/>
          <a:lstStyle>
            <a:lvl1pPr marL="0" indent="0">
              <a:buFontTx/>
              <a:buNone/>
              <a:defRPr sz="3200" b="1">
                <a:latin typeface="微软雅黑" panose="020B0503020204020204" pitchFamily="34" charset="-122"/>
                <a:ea typeface="微软雅黑" panose="020B0503020204020204" pitchFamily="34" charset="-122"/>
              </a:defRPr>
            </a:lvl1pPr>
          </a:lstStyle>
          <a:p>
            <a:pPr lvl="0"/>
            <a:r>
              <a:rPr lang="zh-CN" altLang="en-US" dirty="0"/>
              <a:t>研究目标与内容</a:t>
            </a:r>
            <a:endParaRPr lang="zh-CN" altLang="en-US" dirty="0"/>
          </a:p>
        </p:txBody>
      </p:sp>
      <p:sp>
        <p:nvSpPr>
          <p:cNvPr id="29" name="文本占位符 26"/>
          <p:cNvSpPr>
            <a:spLocks noGrp="1"/>
          </p:cNvSpPr>
          <p:nvPr>
            <p:ph type="body" sz="quarter" idx="12" hasCustomPrompt="1"/>
          </p:nvPr>
        </p:nvSpPr>
        <p:spPr>
          <a:xfrm>
            <a:off x="4235794" y="4462258"/>
            <a:ext cx="5248111" cy="753262"/>
          </a:xfrm>
          <a:prstGeom prst="rect">
            <a:avLst/>
          </a:prstGeom>
        </p:spPr>
        <p:txBody>
          <a:bodyPr anchor="ctr"/>
          <a:lstStyle>
            <a:lvl1pPr marL="0" indent="0">
              <a:buFontTx/>
              <a:buNone/>
              <a:defRPr sz="3200" b="1">
                <a:latin typeface="微软雅黑" panose="020B0503020204020204" pitchFamily="34" charset="-122"/>
                <a:ea typeface="微软雅黑" panose="020B0503020204020204" pitchFamily="34" charset="-122"/>
              </a:defRPr>
            </a:lvl1pPr>
          </a:lstStyle>
          <a:p>
            <a:pPr lvl="0"/>
            <a:r>
              <a:rPr lang="zh-CN" altLang="en-US" dirty="0"/>
              <a:t>任务分解与进度</a:t>
            </a:r>
            <a:endParaRPr lang="zh-CN" altLang="en-US" dirty="0"/>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2_标题和内容">
    <p:spTree>
      <p:nvGrpSpPr>
        <p:cNvPr id="1" name=""/>
        <p:cNvGrpSpPr/>
        <p:nvPr/>
      </p:nvGrpSpPr>
      <p:grpSpPr>
        <a:xfrm>
          <a:off x="0" y="0"/>
          <a:ext cx="0" cy="0"/>
          <a:chOff x="0" y="0"/>
          <a:chExt cx="0" cy="0"/>
        </a:xfrm>
      </p:grpSpPr>
      <p:sp>
        <p:nvSpPr>
          <p:cNvPr id="12" name="矩形 11"/>
          <p:cNvSpPr/>
          <p:nvPr userDrawn="1"/>
        </p:nvSpPr>
        <p:spPr>
          <a:xfrm>
            <a:off x="-1" y="444500"/>
            <a:ext cx="53975" cy="254408"/>
          </a:xfrm>
          <a:prstGeom prst="rect">
            <a:avLst/>
          </a:prstGeom>
          <a:solidFill>
            <a:srgbClr val="00B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幻灯片编号占位符 5"/>
          <p:cNvSpPr txBox="1"/>
          <p:nvPr userDrawn="1"/>
        </p:nvSpPr>
        <p:spPr>
          <a:xfrm>
            <a:off x="321528" y="6409168"/>
            <a:ext cx="615614" cy="234618"/>
          </a:xfrm>
          <a:prstGeom prst="rect">
            <a:avLst/>
          </a:prstGeom>
          <a:noFill/>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F96F2763-E266-0E48-B43D-46A209AB6A60}" type="slidenum">
              <a:rPr kumimoji="1" lang="zh-CN" altLang="en-US" sz="600" b="0" i="0" spc="100" baseline="0" smtClean="0">
                <a:solidFill>
                  <a:schemeClr val="tx1"/>
                </a:solidFill>
                <a:latin typeface="微软雅黑" panose="020B0503020204020204" pitchFamily="34" charset="-122"/>
                <a:ea typeface="微软雅黑" panose="020B0503020204020204" pitchFamily="34" charset="-122"/>
                <a:cs typeface="微软雅黑" panose="020B0503020204020204" pitchFamily="34" charset="-122"/>
              </a:rPr>
            </a:fld>
            <a:endParaRPr kumimoji="1" lang="zh-CN" altLang="en-US" sz="600" b="0" i="0" spc="100" baseline="0" dirty="0">
              <a:solidFill>
                <a:schemeClr val="tx1"/>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10" name="副标题 2"/>
          <p:cNvSpPr>
            <a:spLocks noGrp="1"/>
          </p:cNvSpPr>
          <p:nvPr>
            <p:ph type="subTitle" idx="1" hasCustomPrompt="1"/>
          </p:nvPr>
        </p:nvSpPr>
        <p:spPr>
          <a:xfrm>
            <a:off x="572250" y="383095"/>
            <a:ext cx="11047498" cy="767788"/>
          </a:xfrm>
        </p:spPr>
        <p:txBody>
          <a:bodyPr>
            <a:normAutofit/>
          </a:bodyPr>
          <a:lstStyle>
            <a:lvl1pPr marL="0" indent="0" algn="l">
              <a:lnSpc>
                <a:spcPct val="90000"/>
              </a:lnSpc>
              <a:buNone/>
              <a:defRPr sz="2200" b="1" i="0" spc="250" baseline="0">
                <a:solidFill>
                  <a:schemeClr val="tx1"/>
                </a:solidFill>
                <a:latin typeface="微软雅黑" panose="020B0503020204020204" pitchFamily="34" charset="-122"/>
                <a:ea typeface="微软雅黑" panose="020B0503020204020204" pitchFamily="34" charset="-122"/>
                <a:cs typeface="微软雅黑" panose="020B0503020204020204" pitchFamily="34" charset="-122"/>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zh-CN" altLang="en-US" dirty="0"/>
              <a:t>请单击此处添加页面标题</a:t>
            </a:r>
            <a:endParaRPr kumimoji="1" lang="en-US" altLang="zh-CN" dirty="0"/>
          </a:p>
        </p:txBody>
      </p:sp>
      <p:sp>
        <p:nvSpPr>
          <p:cNvPr id="16" name="Content Placeholder 2"/>
          <p:cNvSpPr>
            <a:spLocks noGrp="1"/>
          </p:cNvSpPr>
          <p:nvPr>
            <p:ph idx="10" hasCustomPrompt="1"/>
          </p:nvPr>
        </p:nvSpPr>
        <p:spPr>
          <a:xfrm>
            <a:off x="572250" y="1237070"/>
            <a:ext cx="11047498" cy="5077348"/>
          </a:xfrm>
          <a:prstGeom prst="rect">
            <a:avLst/>
          </a:prstGeom>
        </p:spPr>
        <p:txBody>
          <a:bodyPr lIns="0" tIns="0" rIns="0" bIns="0">
            <a:normAutofit/>
          </a:bodyPr>
          <a:lstStyle>
            <a:lvl1pPr marL="12065" indent="0">
              <a:lnSpc>
                <a:spcPct val="100000"/>
              </a:lnSpc>
              <a:spcBef>
                <a:spcPts val="0"/>
              </a:spcBef>
              <a:buFontTx/>
              <a:buNone/>
              <a:tabLst>
                <a:tab pos="1208405" algn="ctr"/>
              </a:tabLst>
              <a:defRPr sz="1400" spc="250" baseline="0">
                <a:solidFill>
                  <a:schemeClr val="tx1"/>
                </a:solidFill>
                <a:latin typeface="微软雅黑" panose="020B0503020204020204" pitchFamily="34" charset="-122"/>
                <a:ea typeface="微软雅黑" panose="020B0503020204020204" pitchFamily="34" charset="-122"/>
                <a:cs typeface="Arial" panose="020B0604020202020204" pitchFamily="34" charset="0"/>
              </a:defRPr>
            </a:lvl1pPr>
            <a:lvl2pPr marL="525780" indent="-171450">
              <a:buFont typeface="Arial" panose="020B0604020202020204" pitchFamily="34" charset="0"/>
              <a:buChar char="•"/>
              <a:tabLst>
                <a:tab pos="1208405" algn="ctr"/>
              </a:tabLst>
              <a:defRPr sz="1300" baseline="0"/>
            </a:lvl2pPr>
            <a:lvl3pPr marL="525780" indent="-171450">
              <a:buFont typeface="Arial" panose="020B0604020202020204" pitchFamily="34" charset="0"/>
              <a:buChar char="•"/>
              <a:tabLst>
                <a:tab pos="1208405" algn="ctr"/>
              </a:tabLst>
              <a:defRPr sz="1300" baseline="0"/>
            </a:lvl3pPr>
            <a:lvl4pPr marL="525780" indent="-171450">
              <a:buFont typeface="Arial" panose="020B0604020202020204" pitchFamily="34" charset="0"/>
              <a:buChar char="•"/>
              <a:tabLst>
                <a:tab pos="1208405" algn="ctr"/>
              </a:tabLst>
              <a:defRPr sz="1300" baseline="0"/>
            </a:lvl4pPr>
            <a:lvl5pPr marL="525780" indent="-171450">
              <a:buFont typeface="Arial" panose="020B0604020202020204" pitchFamily="34" charset="0"/>
              <a:buChar char="•"/>
              <a:tabLst>
                <a:tab pos="1208405" algn="ctr"/>
              </a:tabLst>
              <a:defRPr sz="1300" baseline="0"/>
            </a:lvl5pPr>
          </a:lstStyle>
          <a:p>
            <a:pPr lvl="0"/>
            <a:r>
              <a:rPr lang="zh-CN" altLang="en-US" dirty="0"/>
              <a:t>请单击此处添加文本</a:t>
            </a: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6" Type="http://schemas.openxmlformats.org/officeDocument/2006/relationships/theme" Target="../theme/theme1.xml"/><Relationship Id="rId25" Type="http://schemas.openxmlformats.org/officeDocument/2006/relationships/image" Target="../media/image3.png"/><Relationship Id="rId24" Type="http://schemas.openxmlformats.org/officeDocument/2006/relationships/image" Target="../media/image11.png"/><Relationship Id="rId23" Type="http://schemas.openxmlformats.org/officeDocument/2006/relationships/slideLayout" Target="../slideLayouts/slideLayout23.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0" Type="http://schemas.openxmlformats.org/officeDocument/2006/relationships/slideLayout" Target="../slideLayouts/slideLayout20.xml"/><Relationship Id="rId2" Type="http://schemas.openxmlformats.org/officeDocument/2006/relationships/slideLayout" Target="../slideLayouts/slideLayout2.xml"/><Relationship Id="rId19" Type="http://schemas.openxmlformats.org/officeDocument/2006/relationships/slideLayout" Target="../slideLayouts/slideLayout19.xml"/><Relationship Id="rId18" Type="http://schemas.openxmlformats.org/officeDocument/2006/relationships/slideLayout" Target="../slideLayouts/slideLayout18.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16"/>
          <p:cNvSpPr>
            <a:spLocks noChangeArrowheads="1"/>
          </p:cNvSpPr>
          <p:nvPr userDrawn="1"/>
        </p:nvSpPr>
        <p:spPr bwMode="auto">
          <a:xfrm>
            <a:off x="11462908" y="6467089"/>
            <a:ext cx="394659" cy="276999"/>
          </a:xfrm>
          <a:prstGeom prst="rect">
            <a:avLst/>
          </a:prstGeom>
          <a:noFill/>
          <a:ln w="9525">
            <a:noFill/>
            <a:miter lim="800000"/>
          </a:ln>
          <a:effectLst/>
        </p:spPr>
        <p:txBody>
          <a:bodyPr wrap="none" anchor="ctr">
            <a:spAutoFit/>
          </a:bodyPr>
          <a:lstStyle/>
          <a:p>
            <a:pPr algn="r" fontAlgn="auto">
              <a:spcBef>
                <a:spcPts val="0"/>
              </a:spcBef>
              <a:spcAft>
                <a:spcPts val="0"/>
              </a:spcAft>
              <a:defRPr/>
            </a:pPr>
            <a:fld id="{C3362BD3-500A-47BE-B11A-83B038B63C47}" type="slidenum">
              <a:rPr lang="en-US" altLang="zh-CN" sz="1200" b="1" kern="10" smtClean="0">
                <a:ln w="9525">
                  <a:noFill/>
                  <a:round/>
                </a:ln>
                <a:gradFill rotWithShape="1">
                  <a:gsLst>
                    <a:gs pos="0">
                      <a:schemeClr val="tx1">
                        <a:lumMod val="75000"/>
                        <a:lumOff val="25000"/>
                      </a:schemeClr>
                    </a:gs>
                    <a:gs pos="100000">
                      <a:schemeClr val="tx1">
                        <a:lumMod val="75000"/>
                        <a:lumOff val="25000"/>
                      </a:schemeClr>
                    </a:gs>
                  </a:gsLst>
                  <a:lin ang="5400000" scaled="1"/>
                </a:gradFill>
                <a:latin typeface="微软雅黑" panose="020B0503020204020204" pitchFamily="34" charset="-122"/>
                <a:ea typeface="微软雅黑" panose="020B0503020204020204" pitchFamily="34" charset="-122"/>
                <a:cs typeface="Arial" panose="020B0604020202020204" pitchFamily="34" charset="0"/>
              </a:rPr>
            </a:fld>
            <a:endParaRPr lang="en-US" altLang="zh-CN" sz="1050" b="1" kern="10" dirty="0">
              <a:ln w="9525">
                <a:noFill/>
                <a:round/>
              </a:ln>
              <a:gradFill rotWithShape="1">
                <a:gsLst>
                  <a:gs pos="0">
                    <a:schemeClr val="tx1">
                      <a:lumMod val="75000"/>
                      <a:lumOff val="25000"/>
                    </a:schemeClr>
                  </a:gs>
                  <a:gs pos="100000">
                    <a:schemeClr val="tx1">
                      <a:lumMod val="75000"/>
                      <a:lumOff val="25000"/>
                    </a:schemeClr>
                  </a:gs>
                </a:gsLst>
                <a:lin ang="5400000" scaled="1"/>
              </a:gradFill>
              <a:latin typeface="微软雅黑" panose="020B0503020204020204" pitchFamily="34" charset="-122"/>
              <a:ea typeface="微软雅黑" panose="020B0503020204020204" pitchFamily="34" charset="-122"/>
              <a:cs typeface="Arial" panose="020B0604020202020204" pitchFamily="34" charset="0"/>
            </a:endParaRPr>
          </a:p>
        </p:txBody>
      </p:sp>
      <p:sp>
        <p:nvSpPr>
          <p:cNvPr id="8" name="Line 11"/>
          <p:cNvSpPr>
            <a:spLocks noChangeShapeType="1"/>
          </p:cNvSpPr>
          <p:nvPr userDrawn="1"/>
        </p:nvSpPr>
        <p:spPr bwMode="auto">
          <a:xfrm flipH="1">
            <a:off x="334434" y="6381750"/>
            <a:ext cx="11523133" cy="0"/>
          </a:xfrm>
          <a:prstGeom prst="line">
            <a:avLst/>
          </a:prstGeom>
          <a:noFill/>
          <a:ln w="19050">
            <a:solidFill>
              <a:srgbClr val="8497B0"/>
            </a:solidFill>
            <a:round/>
          </a:ln>
        </p:spPr>
        <p:txBody>
          <a:bodyPr/>
          <a:lstStyle/>
          <a:p>
            <a:pPr fontAlgn="auto">
              <a:spcBef>
                <a:spcPts val="0"/>
              </a:spcBef>
              <a:spcAft>
                <a:spcPts val="0"/>
              </a:spcAft>
              <a:defRPr/>
            </a:pPr>
            <a:endParaRPr lang="zh-CN" altLang="en-US" sz="1800">
              <a:latin typeface="+mn-lt"/>
              <a:ea typeface="+mn-ea"/>
            </a:endParaRPr>
          </a:p>
        </p:txBody>
      </p:sp>
      <p:sp>
        <p:nvSpPr>
          <p:cNvPr id="10" name="平行四边形 9"/>
          <p:cNvSpPr/>
          <p:nvPr userDrawn="1"/>
        </p:nvSpPr>
        <p:spPr>
          <a:xfrm>
            <a:off x="8688288" y="720822"/>
            <a:ext cx="3503712" cy="72008"/>
          </a:xfrm>
          <a:custGeom>
            <a:avLst/>
            <a:gdLst>
              <a:gd name="connsiteX0" fmla="*/ 0 w 2627784"/>
              <a:gd name="connsiteY0" fmla="*/ 144016 h 144016"/>
              <a:gd name="connsiteX1" fmla="*/ 79565 w 2627784"/>
              <a:gd name="connsiteY1" fmla="*/ 0 h 144016"/>
              <a:gd name="connsiteX2" fmla="*/ 2627784 w 2627784"/>
              <a:gd name="connsiteY2" fmla="*/ 0 h 144016"/>
              <a:gd name="connsiteX3" fmla="*/ 2548219 w 2627784"/>
              <a:gd name="connsiteY3" fmla="*/ 144016 h 144016"/>
              <a:gd name="connsiteX4" fmla="*/ 0 w 2627784"/>
              <a:gd name="connsiteY4" fmla="*/ 144016 h 144016"/>
              <a:gd name="connsiteX0-1" fmla="*/ 0 w 2627784"/>
              <a:gd name="connsiteY0-2" fmla="*/ 144016 h 144016"/>
              <a:gd name="connsiteX1-3" fmla="*/ 79565 w 2627784"/>
              <a:gd name="connsiteY1-4" fmla="*/ 0 h 144016"/>
              <a:gd name="connsiteX2-5" fmla="*/ 2627784 w 2627784"/>
              <a:gd name="connsiteY2-6" fmla="*/ 0 h 144016"/>
              <a:gd name="connsiteX3-7" fmla="*/ 2626507 w 2627784"/>
              <a:gd name="connsiteY3-8" fmla="*/ 140885 h 144016"/>
              <a:gd name="connsiteX4-9" fmla="*/ 0 w 2627784"/>
              <a:gd name="connsiteY4-10" fmla="*/ 144016 h 144016"/>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2627784" h="144016">
                <a:moveTo>
                  <a:pt x="0" y="144016"/>
                </a:moveTo>
                <a:lnTo>
                  <a:pt x="79565" y="0"/>
                </a:lnTo>
                <a:lnTo>
                  <a:pt x="2627784" y="0"/>
                </a:lnTo>
                <a:cubicBezTo>
                  <a:pt x="2627358" y="46962"/>
                  <a:pt x="2626933" y="93923"/>
                  <a:pt x="2626507" y="140885"/>
                </a:cubicBezTo>
                <a:lnTo>
                  <a:pt x="0" y="144016"/>
                </a:lnTo>
                <a:close/>
              </a:path>
            </a:pathLst>
          </a:custGeom>
          <a:solidFill>
            <a:srgbClr val="D3E4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11" name="平行四边形 10"/>
          <p:cNvSpPr/>
          <p:nvPr userDrawn="1"/>
        </p:nvSpPr>
        <p:spPr>
          <a:xfrm>
            <a:off x="-2473" y="720822"/>
            <a:ext cx="8690760" cy="72008"/>
          </a:xfrm>
          <a:custGeom>
            <a:avLst/>
            <a:gdLst>
              <a:gd name="connsiteX0" fmla="*/ 0 w 6516215"/>
              <a:gd name="connsiteY0" fmla="*/ 144016 h 144016"/>
              <a:gd name="connsiteX1" fmla="*/ 79565 w 6516215"/>
              <a:gd name="connsiteY1" fmla="*/ 0 h 144016"/>
              <a:gd name="connsiteX2" fmla="*/ 6516215 w 6516215"/>
              <a:gd name="connsiteY2" fmla="*/ 0 h 144016"/>
              <a:gd name="connsiteX3" fmla="*/ 6436650 w 6516215"/>
              <a:gd name="connsiteY3" fmla="*/ 144016 h 144016"/>
              <a:gd name="connsiteX4" fmla="*/ 0 w 6516215"/>
              <a:gd name="connsiteY4" fmla="*/ 144016 h 144016"/>
              <a:gd name="connsiteX0-1" fmla="*/ 1855 w 6518070"/>
              <a:gd name="connsiteY0-2" fmla="*/ 144016 h 144016"/>
              <a:gd name="connsiteX1-3" fmla="*/ 0 w 6518070"/>
              <a:gd name="connsiteY1-4" fmla="*/ 0 h 144016"/>
              <a:gd name="connsiteX2-5" fmla="*/ 6518070 w 6518070"/>
              <a:gd name="connsiteY2-6" fmla="*/ 0 h 144016"/>
              <a:gd name="connsiteX3-7" fmla="*/ 6438505 w 6518070"/>
              <a:gd name="connsiteY3-8" fmla="*/ 144016 h 144016"/>
              <a:gd name="connsiteX4-9" fmla="*/ 1855 w 6518070"/>
              <a:gd name="connsiteY4-10" fmla="*/ 144016 h 144016"/>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6518070" h="144016">
                <a:moveTo>
                  <a:pt x="1855" y="144016"/>
                </a:moveTo>
                <a:cubicBezTo>
                  <a:pt x="1237" y="96011"/>
                  <a:pt x="618" y="48005"/>
                  <a:pt x="0" y="0"/>
                </a:cubicBezTo>
                <a:lnTo>
                  <a:pt x="6518070" y="0"/>
                </a:lnTo>
                <a:lnTo>
                  <a:pt x="6438505" y="144016"/>
                </a:lnTo>
                <a:lnTo>
                  <a:pt x="1855" y="144016"/>
                </a:lnTo>
                <a:close/>
              </a:path>
            </a:pathLst>
          </a:custGeom>
          <a:solidFill>
            <a:srgbClr val="0971CE"/>
          </a:solidFill>
          <a:ln>
            <a:solidFill>
              <a:srgbClr val="156BE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pic>
        <p:nvPicPr>
          <p:cNvPr id="2" name="图片 1"/>
          <p:cNvPicPr>
            <a:picLocks noChangeAspect="1"/>
          </p:cNvPicPr>
          <p:nvPr userDrawn="1"/>
        </p:nvPicPr>
        <p:blipFill rotWithShape="1">
          <a:blip r:embed="rId24"/>
          <a:srcRect l="23097"/>
          <a:stretch>
            <a:fillRect/>
          </a:stretch>
        </p:blipFill>
        <p:spPr>
          <a:xfrm>
            <a:off x="9908776" y="125963"/>
            <a:ext cx="1950630" cy="479243"/>
          </a:xfrm>
          <a:prstGeom prst="rect">
            <a:avLst/>
          </a:prstGeom>
        </p:spPr>
      </p:pic>
      <p:pic>
        <p:nvPicPr>
          <p:cNvPr id="3" name="图片 2" descr="徽标&#10;&#10;描述已自动生成"/>
          <p:cNvPicPr>
            <a:picLocks noChangeAspect="1"/>
          </p:cNvPicPr>
          <p:nvPr userDrawn="1"/>
        </p:nvPicPr>
        <p:blipFill rotWithShape="1">
          <a:blip r:embed="rId25"/>
          <a:srcRect l="11692" t="9040" r="14818" b="9596"/>
          <a:stretch>
            <a:fillRect/>
          </a:stretch>
        </p:blipFill>
        <p:spPr>
          <a:xfrm>
            <a:off x="9111335" y="20375"/>
            <a:ext cx="675075" cy="690418"/>
          </a:xfrm>
          <a:prstGeom prst="rect">
            <a:avLst/>
          </a:prstGeom>
        </p:spPr>
      </p:pic>
      <p:sp>
        <p:nvSpPr>
          <p:cNvPr id="4" name="文本框 3"/>
          <p:cNvSpPr txBox="1"/>
          <p:nvPr userDrawn="1"/>
        </p:nvSpPr>
        <p:spPr>
          <a:xfrm>
            <a:off x="200346" y="6420922"/>
            <a:ext cx="4860540" cy="307777"/>
          </a:xfrm>
          <a:prstGeom prst="rect">
            <a:avLst/>
          </a:prstGeom>
          <a:noFill/>
        </p:spPr>
        <p:txBody>
          <a:bodyPr wrap="square" rtlCol="0">
            <a:spAutoFit/>
          </a:bodyPr>
          <a:lstStyle/>
          <a:p>
            <a:pPr algn="ctr"/>
            <a:r>
              <a:rPr lang="zh-CN" altLang="en-US" sz="1400" dirty="0">
                <a:solidFill>
                  <a:srgbClr val="113380"/>
                </a:solidFill>
                <a:latin typeface="楷体" panose="02010609060101010101" pitchFamily="49" charset="-122"/>
                <a:ea typeface="楷体" panose="02010609060101010101" pitchFamily="49" charset="-122"/>
              </a:rPr>
              <a:t>智能信息处理与通信技术省高校重点实验室（南京邮电大学）</a:t>
            </a:r>
            <a:endParaRPr lang="zh-CN" altLang="en-US" sz="1400" dirty="0">
              <a:solidFill>
                <a:srgbClr val="113380"/>
              </a:solidFill>
              <a:latin typeface="楷体" panose="02010609060101010101" pitchFamily="49" charset="-122"/>
              <a:ea typeface="楷体" panose="02010609060101010101" pitchFamily="49" charset="-122"/>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Lst>
  <p:hf sldNum="0"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image" Target="../media/image16.png"/><Relationship Id="rId1"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image" Target="../media/image17.png"/><Relationship Id="rId1" Type="http://schemas.openxmlformats.org/officeDocument/2006/relationships/image" Target="../media/image16.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0"/>
          </p:nvPr>
        </p:nvSpPr>
        <p:spPr/>
        <p:txBody>
          <a:bodyPr/>
          <a:lstStyle/>
          <a:p>
            <a:r>
              <a:rPr lang="en-US" altLang="zh-CN" sz="4000" dirty="0"/>
              <a:t>“</a:t>
            </a:r>
            <a:r>
              <a:rPr lang="zh-CN" altLang="en-US" sz="4000" dirty="0"/>
              <a:t>电子杯</a:t>
            </a:r>
            <a:r>
              <a:rPr lang="en-US" altLang="zh-CN" sz="4000" dirty="0"/>
              <a:t>”</a:t>
            </a:r>
            <a:r>
              <a:rPr lang="zh-CN" altLang="en-US" sz="4000" dirty="0"/>
              <a:t>赛题八</a:t>
            </a:r>
            <a:endParaRPr lang="zh-CN" altLang="en-US" sz="4000" dirty="0"/>
          </a:p>
        </p:txBody>
      </p:sp>
      <p:sp>
        <p:nvSpPr>
          <p:cNvPr id="3" name="文本占位符 2"/>
          <p:cNvSpPr>
            <a:spLocks noGrp="1"/>
          </p:cNvSpPr>
          <p:nvPr>
            <p:ph type="body" sz="quarter" idx="11"/>
          </p:nvPr>
        </p:nvSpPr>
        <p:spPr/>
        <p:txBody>
          <a:bodyPr/>
          <a:lstStyle/>
          <a:p>
            <a:r>
              <a:rPr lang="zh-CN" altLang="en-US" sz="2400" b="1" dirty="0">
                <a:latin typeface="华文楷体" panose="02010600040101010101" pitchFamily="2" charset="-122"/>
                <a:ea typeface="华文楷体" panose="02010600040101010101" pitchFamily="2" charset="-122"/>
              </a:rPr>
              <a:t>智能信息处理与通信技术省高校重点实验室</a:t>
            </a:r>
            <a:endParaRPr lang="zh-CN" altLang="en-US" sz="2400" b="1" dirty="0">
              <a:latin typeface="华文楷体" panose="02010600040101010101" pitchFamily="2" charset="-122"/>
              <a:ea typeface="华文楷体" panose="02010600040101010101" pitchFamily="2"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t>赛题原则</a:t>
            </a:r>
          </a:p>
        </p:txBody>
      </p:sp>
      <p:sp>
        <p:nvSpPr>
          <p:cNvPr id="3" name="Text Placeholder 2"/>
          <p:cNvSpPr>
            <a:spLocks noGrp="1"/>
          </p:cNvSpPr>
          <p:nvPr>
            <p:ph type="body" sz="quarter" idx="10"/>
          </p:nvPr>
        </p:nvSpPr>
        <p:spPr/>
        <p:txBody>
          <a:bodyPr/>
          <a:p>
            <a:r>
              <a:rPr lang="zh-CN" altLang="en-US" dirty="0">
                <a:solidFill>
                  <a:srgbClr val="C00000"/>
                </a:solidFill>
                <a:sym typeface="+mn-ea"/>
              </a:rPr>
              <a:t>多模态数据</a:t>
            </a:r>
            <a:r>
              <a:rPr lang="zh-CN" altLang="en-US" dirty="0">
                <a:solidFill>
                  <a:srgbClr val="103380"/>
                </a:solidFill>
                <a:sym typeface="+mn-ea"/>
              </a:rPr>
              <a:t>驱动的</a:t>
            </a:r>
            <a:r>
              <a:rPr lang="zh-CN" altLang="en-US" dirty="0">
                <a:solidFill>
                  <a:srgbClr val="103380"/>
                </a:solidFill>
                <a:highlight>
                  <a:srgbClr val="FFFF00"/>
                </a:highlight>
                <a:sym typeface="+mn-ea"/>
              </a:rPr>
              <a:t>可解释</a:t>
            </a:r>
            <a:r>
              <a:rPr lang="zh-CN" altLang="en-US" dirty="0">
                <a:solidFill>
                  <a:srgbClr val="103380"/>
                </a:solidFill>
                <a:sym typeface="+mn-ea"/>
              </a:rPr>
              <a:t>精准</a:t>
            </a:r>
            <a:r>
              <a:rPr lang="zh-CN" altLang="en-US" dirty="0">
                <a:solidFill>
                  <a:srgbClr val="103380"/>
                </a:solidFill>
                <a:highlight>
                  <a:srgbClr val="FFFF00"/>
                </a:highlight>
                <a:sym typeface="+mn-ea"/>
              </a:rPr>
              <a:t>问数/问答</a:t>
            </a:r>
            <a:r>
              <a:rPr lang="zh-CN" altLang="en-US" dirty="0">
                <a:solidFill>
                  <a:srgbClr val="103380"/>
                </a:solidFill>
                <a:sym typeface="+mn-ea"/>
              </a:rPr>
              <a:t>智能体</a:t>
            </a:r>
            <a:endParaRPr lang="zh-CN" altLang="en-US" dirty="0">
              <a:solidFill>
                <a:srgbClr val="103380"/>
              </a:solidFill>
              <a:sym typeface="+mn-ea"/>
            </a:endParaRPr>
          </a:p>
        </p:txBody>
      </p:sp>
      <p:sp>
        <p:nvSpPr>
          <p:cNvPr id="4" name="Text Box 3"/>
          <p:cNvSpPr txBox="1"/>
          <p:nvPr/>
        </p:nvSpPr>
        <p:spPr>
          <a:xfrm>
            <a:off x="514985" y="1584325"/>
            <a:ext cx="10251440" cy="4240530"/>
          </a:xfrm>
          <a:prstGeom prst="rect">
            <a:avLst/>
          </a:prstGeom>
          <a:noFill/>
        </p:spPr>
        <p:txBody>
          <a:bodyPr wrap="square" rtlCol="0">
            <a:noAutofit/>
          </a:bodyPr>
          <a:p>
            <a:pPr indent="0" algn="l">
              <a:lnSpc>
                <a:spcPct val="125000"/>
              </a:lnSpc>
              <a:spcBef>
                <a:spcPts val="0"/>
              </a:spcBef>
              <a:spcAft>
                <a:spcPts val="0"/>
              </a:spcAft>
              <a:buClrTx/>
              <a:buSzTx/>
              <a:buFont typeface="Wingdings" panose="05000000000000000000" charset="0"/>
              <a:buNone/>
            </a:pPr>
            <a:r>
              <a:rPr lang="zh-CN" altLang="en-US" sz="2000" dirty="0">
                <a:solidFill>
                  <a:srgbClr val="103380"/>
                </a:solidFill>
                <a:latin typeface="微软雅黑" panose="020B0503020204020204" pitchFamily="34" charset="-122"/>
                <a:ea typeface="微软雅黑" panose="020B0503020204020204" pitchFamily="34" charset="-122"/>
              </a:rPr>
              <a:t>让企业业务人员用自然语言提问，系统能够</a:t>
            </a:r>
            <a:r>
              <a:rPr lang="zh-CN" altLang="en-US" sz="2000" dirty="0">
                <a:solidFill>
                  <a:srgbClr val="C00000"/>
                </a:solidFill>
                <a:latin typeface="微软雅黑" panose="020B0503020204020204" pitchFamily="34" charset="-122"/>
                <a:ea typeface="微软雅黑" panose="020B0503020204020204" pitchFamily="34" charset="-122"/>
              </a:rPr>
              <a:t>判断问题含义</a:t>
            </a:r>
            <a:r>
              <a:rPr lang="zh-CN" altLang="en-US" sz="2000" dirty="0">
                <a:solidFill>
                  <a:srgbClr val="103380"/>
                </a:solidFill>
                <a:latin typeface="微软雅黑" panose="020B0503020204020204" pitchFamily="34" charset="-122"/>
                <a:ea typeface="微软雅黑" panose="020B0503020204020204" pitchFamily="34" charset="-122"/>
              </a:rPr>
              <a:t>，必要时</a:t>
            </a:r>
            <a:r>
              <a:rPr lang="zh-CN" altLang="en-US" sz="2000" dirty="0">
                <a:solidFill>
                  <a:srgbClr val="C00000"/>
                </a:solidFill>
                <a:latin typeface="微软雅黑" panose="020B0503020204020204" pitchFamily="34" charset="-122"/>
                <a:ea typeface="微软雅黑" panose="020B0503020204020204" pitchFamily="34" charset="-122"/>
              </a:rPr>
              <a:t>主动澄清</a:t>
            </a:r>
            <a:r>
              <a:rPr lang="zh-CN" altLang="en-US" sz="2000" dirty="0">
                <a:solidFill>
                  <a:srgbClr val="103380"/>
                </a:solidFill>
                <a:latin typeface="微软雅黑" panose="020B0503020204020204" pitchFamily="34" charset="-122"/>
                <a:ea typeface="微软雅黑" panose="020B0503020204020204" pitchFamily="34" charset="-122"/>
              </a:rPr>
              <a:t>，然后查询数据库、检索文档或同时</a:t>
            </a:r>
            <a:r>
              <a:rPr lang="zh-CN" altLang="en-US" sz="2000" dirty="0">
                <a:solidFill>
                  <a:srgbClr val="C00000"/>
                </a:solidFill>
                <a:latin typeface="微软雅黑" panose="020B0503020204020204" pitchFamily="34" charset="-122"/>
                <a:ea typeface="微软雅黑" panose="020B0503020204020204" pitchFamily="34" charset="-122"/>
              </a:rPr>
              <a:t>调用两类数据源</a:t>
            </a:r>
            <a:r>
              <a:rPr lang="zh-CN" altLang="en-US" sz="2000" dirty="0">
                <a:solidFill>
                  <a:srgbClr val="103380"/>
                </a:solidFill>
                <a:latin typeface="微软雅黑" panose="020B0503020204020204" pitchFamily="34" charset="-122"/>
                <a:ea typeface="微软雅黑" panose="020B0503020204020204" pitchFamily="34" charset="-122"/>
              </a:rPr>
              <a:t>，最后给出</a:t>
            </a:r>
            <a:r>
              <a:rPr lang="zh-CN" altLang="en-US" sz="2000" dirty="0">
                <a:solidFill>
                  <a:srgbClr val="C00000"/>
                </a:solidFill>
                <a:latin typeface="微软雅黑" panose="020B0503020204020204" pitchFamily="34" charset="-122"/>
                <a:ea typeface="微软雅黑" panose="020B0503020204020204" pitchFamily="34" charset="-122"/>
              </a:rPr>
              <a:t>准确答案</a:t>
            </a:r>
            <a:r>
              <a:rPr lang="zh-CN" altLang="en-US" sz="2000" dirty="0">
                <a:solidFill>
                  <a:srgbClr val="103380"/>
                </a:solidFill>
                <a:latin typeface="微软雅黑" panose="020B0503020204020204" pitchFamily="34" charset="-122"/>
                <a:ea typeface="微软雅黑" panose="020B0503020204020204" pitchFamily="34" charset="-122"/>
              </a:rPr>
              <a:t>、</a:t>
            </a:r>
            <a:r>
              <a:rPr lang="zh-CN" altLang="en-US" sz="2000" dirty="0">
                <a:solidFill>
                  <a:srgbClr val="C00000"/>
                </a:solidFill>
                <a:latin typeface="微软雅黑" panose="020B0503020204020204" pitchFamily="34" charset="-122"/>
                <a:ea typeface="微软雅黑" panose="020B0503020204020204" pitchFamily="34" charset="-122"/>
              </a:rPr>
              <a:t>查询依据</a:t>
            </a:r>
            <a:r>
              <a:rPr lang="zh-CN" altLang="en-US" sz="2000" dirty="0">
                <a:solidFill>
                  <a:srgbClr val="103380"/>
                </a:solidFill>
                <a:latin typeface="微软雅黑" panose="020B0503020204020204" pitchFamily="34" charset="-122"/>
                <a:ea typeface="微软雅黑" panose="020B0503020204020204" pitchFamily="34" charset="-122"/>
              </a:rPr>
              <a:t>和</a:t>
            </a:r>
            <a:r>
              <a:rPr lang="zh-CN" altLang="en-US" sz="2000" dirty="0">
                <a:solidFill>
                  <a:srgbClr val="C00000"/>
                </a:solidFill>
                <a:latin typeface="微软雅黑" panose="020B0503020204020204" pitchFamily="34" charset="-122"/>
                <a:ea typeface="微软雅黑" panose="020B0503020204020204" pitchFamily="34" charset="-122"/>
              </a:rPr>
              <a:t>可审计证据</a:t>
            </a:r>
            <a:r>
              <a:rPr lang="zh-CN" altLang="en-US" sz="2000" dirty="0">
                <a:solidFill>
                  <a:srgbClr val="103380"/>
                </a:solidFill>
                <a:latin typeface="微软雅黑" panose="020B0503020204020204" pitchFamily="34" charset="-122"/>
                <a:ea typeface="微软雅黑" panose="020B0503020204020204" pitchFamily="34" charset="-122"/>
              </a:rPr>
              <a:t>。</a:t>
            </a:r>
            <a:endParaRPr lang="zh-CN" altLang="en-US" sz="2000" dirty="0">
              <a:solidFill>
                <a:srgbClr val="103380"/>
              </a:solidFill>
              <a:latin typeface="微软雅黑" panose="020B0503020204020204" pitchFamily="34" charset="-122"/>
              <a:ea typeface="微软雅黑" panose="020B0503020204020204" pitchFamily="34" charset="-122"/>
            </a:endParaRPr>
          </a:p>
          <a:p>
            <a:pPr marL="285750" indent="-285750" algn="l">
              <a:lnSpc>
                <a:spcPct val="125000"/>
              </a:lnSpc>
              <a:spcBef>
                <a:spcPts val="0"/>
              </a:spcBef>
              <a:spcAft>
                <a:spcPts val="0"/>
              </a:spcAft>
              <a:buClrTx/>
              <a:buSzTx/>
              <a:buFont typeface="Arial" panose="020B0604020202020204" pitchFamily="34" charset="0"/>
              <a:buChar char="•"/>
            </a:pPr>
            <a:endParaRPr lang="zh-CN" altLang="en-US" dirty="0">
              <a:solidFill>
                <a:srgbClr val="103380"/>
              </a:solidFill>
              <a:latin typeface="微软雅黑" panose="020B0503020204020204" pitchFamily="34" charset="-122"/>
              <a:ea typeface="微软雅黑" panose="020B0503020204020204" pitchFamily="34" charset="-122"/>
              <a:sym typeface="+mn-ea"/>
            </a:endParaRPr>
          </a:p>
          <a:p>
            <a:pPr marL="285750" indent="-285750" algn="l">
              <a:lnSpc>
                <a:spcPct val="125000"/>
              </a:lnSpc>
              <a:spcBef>
                <a:spcPts val="0"/>
              </a:spcBef>
              <a:spcAft>
                <a:spcPts val="0"/>
              </a:spcAft>
              <a:buClrTx/>
              <a:buSzTx/>
              <a:buFont typeface="Arial" panose="020B0604020202020204" pitchFamily="34" charset="0"/>
              <a:buChar char="•"/>
            </a:pPr>
            <a:r>
              <a:rPr lang="zh-CN" altLang="en-US" b="1" dirty="0">
                <a:solidFill>
                  <a:srgbClr val="103380"/>
                </a:solidFill>
                <a:latin typeface="微软雅黑" panose="020B0503020204020204" pitchFamily="34" charset="-122"/>
                <a:ea typeface="微软雅黑" panose="020B0503020204020204" pitchFamily="34" charset="-122"/>
                <a:sym typeface="+mn-ea"/>
              </a:rPr>
              <a:t>判断问题含义：</a:t>
            </a:r>
            <a:r>
              <a:rPr lang="zh-CN" altLang="en-US" dirty="0">
                <a:solidFill>
                  <a:srgbClr val="103380"/>
                </a:solidFill>
                <a:latin typeface="微软雅黑" panose="020B0503020204020204" pitchFamily="34" charset="-122"/>
                <a:ea typeface="微软雅黑" panose="020B0503020204020204" pitchFamily="34" charset="-122"/>
                <a:sym typeface="+mn-ea"/>
              </a:rPr>
              <a:t>意图识别、改写问题</a:t>
            </a:r>
            <a:endParaRPr lang="zh-CN" altLang="en-US" dirty="0">
              <a:solidFill>
                <a:srgbClr val="103380"/>
              </a:solidFill>
              <a:latin typeface="微软雅黑" panose="020B0503020204020204" pitchFamily="34" charset="-122"/>
              <a:ea typeface="微软雅黑" panose="020B0503020204020204" pitchFamily="34" charset="-122"/>
              <a:sym typeface="+mn-ea"/>
            </a:endParaRPr>
          </a:p>
          <a:p>
            <a:pPr marL="285750" indent="-285750" algn="l">
              <a:lnSpc>
                <a:spcPct val="125000"/>
              </a:lnSpc>
              <a:spcBef>
                <a:spcPts val="0"/>
              </a:spcBef>
              <a:spcAft>
                <a:spcPts val="0"/>
              </a:spcAft>
              <a:buClrTx/>
              <a:buSzTx/>
              <a:buFont typeface="Arial" panose="020B0604020202020204" pitchFamily="34" charset="0"/>
              <a:buChar char="•"/>
            </a:pPr>
            <a:r>
              <a:rPr lang="zh-CN" altLang="en-US" b="1" dirty="0">
                <a:solidFill>
                  <a:srgbClr val="103380"/>
                </a:solidFill>
                <a:latin typeface="微软雅黑" panose="020B0503020204020204" pitchFamily="34" charset="-122"/>
                <a:ea typeface="微软雅黑" panose="020B0503020204020204" pitchFamily="34" charset="-122"/>
                <a:sym typeface="+mn-ea"/>
              </a:rPr>
              <a:t>主动澄清：</a:t>
            </a:r>
            <a:r>
              <a:rPr lang="zh-CN" altLang="en-US" dirty="0">
                <a:solidFill>
                  <a:srgbClr val="103380"/>
                </a:solidFill>
                <a:latin typeface="微软雅黑" panose="020B0503020204020204" pitchFamily="34" charset="-122"/>
                <a:ea typeface="微软雅黑" panose="020B0503020204020204" pitchFamily="34" charset="-122"/>
                <a:sym typeface="+mn-ea"/>
              </a:rPr>
              <a:t>核心是保</a:t>
            </a:r>
            <a:r>
              <a:rPr lang="zh-CN" altLang="en-US" dirty="0">
                <a:solidFill>
                  <a:schemeClr val="accent1">
                    <a:lumMod val="75000"/>
                  </a:schemeClr>
                </a:solidFill>
                <a:latin typeface="微软雅黑" panose="020B0503020204020204" pitchFamily="34" charset="-122"/>
                <a:ea typeface="微软雅黑" panose="020B0503020204020204" pitchFamily="34" charset="-122"/>
                <a:sym typeface="+mn-ea"/>
              </a:rPr>
              <a:t>证可靠</a:t>
            </a:r>
            <a:r>
              <a:rPr lang="zh-CN" altLang="en-US" dirty="0">
                <a:solidFill>
                  <a:srgbClr val="103380"/>
                </a:solidFill>
                <a:latin typeface="微软雅黑" panose="020B0503020204020204" pitchFamily="34" charset="-122"/>
                <a:ea typeface="微软雅黑" panose="020B0503020204020204" pitchFamily="34" charset="-122"/>
                <a:sym typeface="+mn-ea"/>
              </a:rPr>
              <a:t>，对于有歧义的、不明确的问题，继续</a:t>
            </a:r>
            <a:r>
              <a:rPr lang="zh-CN" altLang="en-US" dirty="0">
                <a:solidFill>
                  <a:srgbClr val="103380"/>
                </a:solidFill>
                <a:latin typeface="微软雅黑" panose="020B0503020204020204" pitchFamily="34" charset="-122"/>
                <a:ea typeface="微软雅黑" panose="020B0503020204020204" pitchFamily="34" charset="-122"/>
                <a:sym typeface="+mn-ea"/>
              </a:rPr>
              <a:t>追问</a:t>
            </a:r>
            <a:endParaRPr lang="zh-CN" altLang="en-US" dirty="0">
              <a:solidFill>
                <a:srgbClr val="103380"/>
              </a:solidFill>
              <a:latin typeface="微软雅黑" panose="020B0503020204020204" pitchFamily="34" charset="-122"/>
              <a:ea typeface="微软雅黑" panose="020B0503020204020204" pitchFamily="34" charset="-122"/>
              <a:sym typeface="+mn-ea"/>
            </a:endParaRPr>
          </a:p>
          <a:p>
            <a:pPr marL="285750" indent="-285750" algn="l">
              <a:lnSpc>
                <a:spcPct val="125000"/>
              </a:lnSpc>
              <a:spcBef>
                <a:spcPts val="0"/>
              </a:spcBef>
              <a:spcAft>
                <a:spcPts val="0"/>
              </a:spcAft>
              <a:buClrTx/>
              <a:buSzTx/>
              <a:buFont typeface="Arial" panose="020B0604020202020204" pitchFamily="34" charset="0"/>
              <a:buChar char="•"/>
            </a:pPr>
            <a:r>
              <a:rPr lang="zh-CN" altLang="en-US" b="1" dirty="0">
                <a:solidFill>
                  <a:srgbClr val="103380"/>
                </a:solidFill>
                <a:latin typeface="微软雅黑" panose="020B0503020204020204" pitchFamily="34" charset="-122"/>
                <a:ea typeface="微软雅黑" panose="020B0503020204020204" pitchFamily="34" charset="-122"/>
                <a:sym typeface="+mn-ea"/>
              </a:rPr>
              <a:t>两类数据源：</a:t>
            </a:r>
            <a:r>
              <a:rPr lang="zh-CN" altLang="en-US" dirty="0">
                <a:solidFill>
                  <a:srgbClr val="103380"/>
                </a:solidFill>
                <a:latin typeface="微软雅黑" panose="020B0503020204020204" pitchFamily="34" charset="-122"/>
                <a:ea typeface="微软雅黑" panose="020B0503020204020204" pitchFamily="34" charset="-122"/>
                <a:sym typeface="+mn-ea"/>
              </a:rPr>
              <a:t>结构化数据库和非结构化文本、图片，区分调用哪一类或者结合着</a:t>
            </a:r>
            <a:r>
              <a:rPr lang="zh-CN" altLang="en-US" dirty="0">
                <a:solidFill>
                  <a:srgbClr val="103380"/>
                </a:solidFill>
                <a:latin typeface="微软雅黑" panose="020B0503020204020204" pitchFamily="34" charset="-122"/>
                <a:ea typeface="微软雅黑" panose="020B0503020204020204" pitchFamily="34" charset="-122"/>
                <a:sym typeface="+mn-ea"/>
              </a:rPr>
              <a:t>看</a:t>
            </a:r>
            <a:endParaRPr lang="zh-CN" altLang="en-US" dirty="0">
              <a:solidFill>
                <a:srgbClr val="103380"/>
              </a:solidFill>
              <a:latin typeface="微软雅黑" panose="020B0503020204020204" pitchFamily="34" charset="-122"/>
              <a:ea typeface="微软雅黑" panose="020B0503020204020204" pitchFamily="34" charset="-122"/>
              <a:sym typeface="+mn-ea"/>
            </a:endParaRPr>
          </a:p>
          <a:p>
            <a:pPr marL="285750" indent="-285750" algn="l">
              <a:lnSpc>
                <a:spcPct val="125000"/>
              </a:lnSpc>
              <a:spcBef>
                <a:spcPts val="0"/>
              </a:spcBef>
              <a:spcAft>
                <a:spcPts val="0"/>
              </a:spcAft>
              <a:buClrTx/>
              <a:buSzTx/>
              <a:buFont typeface="Arial" panose="020B0604020202020204" pitchFamily="34" charset="0"/>
              <a:buChar char="•"/>
            </a:pPr>
            <a:r>
              <a:rPr lang="zh-CN" altLang="en-US" b="1" dirty="0">
                <a:solidFill>
                  <a:srgbClr val="103380"/>
                </a:solidFill>
                <a:latin typeface="微软雅黑" panose="020B0503020204020204" pitchFamily="34" charset="-122"/>
                <a:ea typeface="微软雅黑" panose="020B0503020204020204" pitchFamily="34" charset="-122"/>
                <a:sym typeface="+mn-ea"/>
              </a:rPr>
              <a:t>最终呈现形式：</a:t>
            </a:r>
            <a:r>
              <a:rPr lang="zh-CN" altLang="en-US" dirty="0">
                <a:solidFill>
                  <a:srgbClr val="103380"/>
                </a:solidFill>
                <a:latin typeface="微软雅黑" panose="020B0503020204020204" pitchFamily="34" charset="-122"/>
                <a:ea typeface="微软雅黑" panose="020B0503020204020204" pitchFamily="34" charset="-122"/>
                <a:sym typeface="+mn-ea"/>
              </a:rPr>
              <a:t>准确答案、查询依据和</a:t>
            </a:r>
            <a:r>
              <a:rPr lang="zh-CN" altLang="en-US" dirty="0">
                <a:solidFill>
                  <a:srgbClr val="103380"/>
                </a:solidFill>
                <a:latin typeface="微软雅黑" panose="020B0503020204020204" pitchFamily="34" charset="-122"/>
                <a:ea typeface="微软雅黑" panose="020B0503020204020204" pitchFamily="34" charset="-122"/>
                <a:sym typeface="+mn-ea"/>
              </a:rPr>
              <a:t>可审计证据</a:t>
            </a:r>
            <a:endParaRPr lang="zh-CN" altLang="en-US" dirty="0">
              <a:solidFill>
                <a:srgbClr val="103380"/>
              </a:solidFill>
              <a:latin typeface="微软雅黑" panose="020B0503020204020204" pitchFamily="34" charset="-122"/>
              <a:ea typeface="微软雅黑" panose="020B0503020204020204" pitchFamily="34" charset="-122"/>
              <a:sym typeface="+mn-ea"/>
            </a:endParaRPr>
          </a:p>
          <a:p>
            <a:pPr indent="457200" algn="l">
              <a:lnSpc>
                <a:spcPct val="125000"/>
              </a:lnSpc>
              <a:spcBef>
                <a:spcPts val="0"/>
              </a:spcBef>
              <a:spcAft>
                <a:spcPts val="0"/>
              </a:spcAft>
              <a:buClrTx/>
              <a:buSzTx/>
              <a:buFont typeface="Arial" panose="020B0604020202020204" pitchFamily="34" charset="0"/>
              <a:buNone/>
            </a:pPr>
            <a:r>
              <a:rPr lang="zh-CN" altLang="en-US" dirty="0">
                <a:solidFill>
                  <a:srgbClr val="103380"/>
                </a:solidFill>
                <a:latin typeface="微软雅黑" panose="020B0503020204020204" pitchFamily="34" charset="-122"/>
                <a:ea typeface="微软雅黑" panose="020B0503020204020204" pitchFamily="34" charset="-122"/>
                <a:sym typeface="+mn-ea"/>
              </a:rPr>
              <a:t>除答案外还需</a:t>
            </a:r>
            <a:r>
              <a:rPr lang="en-US" altLang="zh-CN" dirty="0">
                <a:solidFill>
                  <a:srgbClr val="103380"/>
                </a:solidFill>
                <a:latin typeface="微软雅黑" panose="020B0503020204020204" pitchFamily="34" charset="-122"/>
                <a:ea typeface="微软雅黑" panose="020B0503020204020204" pitchFamily="34" charset="-122"/>
                <a:sym typeface="+mn-ea"/>
              </a:rPr>
              <a:t> </a:t>
            </a:r>
            <a:r>
              <a:rPr lang="zh-CN" altLang="en-US" dirty="0">
                <a:solidFill>
                  <a:srgbClr val="103380"/>
                </a:solidFill>
                <a:latin typeface="微软雅黑" panose="020B0503020204020204" pitchFamily="34" charset="-122"/>
                <a:ea typeface="微软雅黑" panose="020B0503020204020204" pitchFamily="34" charset="-122"/>
                <a:sym typeface="+mn-ea"/>
              </a:rPr>
              <a:t>答案链路解释，对应的原文</a:t>
            </a:r>
            <a:r>
              <a:rPr lang="zh-CN" altLang="en-US" dirty="0">
                <a:solidFill>
                  <a:srgbClr val="103380"/>
                </a:solidFill>
                <a:latin typeface="微软雅黑" panose="020B0503020204020204" pitchFamily="34" charset="-122"/>
                <a:ea typeface="微软雅黑" panose="020B0503020204020204" pitchFamily="34" charset="-122"/>
                <a:sym typeface="+mn-ea"/>
              </a:rPr>
              <a:t>出处</a:t>
            </a:r>
            <a:endParaRPr lang="zh-CN" altLang="en-US" dirty="0">
              <a:solidFill>
                <a:srgbClr val="103380"/>
              </a:solidFill>
              <a:latin typeface="微软雅黑" panose="020B0503020204020204" pitchFamily="34" charset="-122"/>
              <a:ea typeface="微软雅黑" panose="020B0503020204020204" pitchFamily="34" charset="-122"/>
              <a:sym typeface="+mn-ea"/>
            </a:endParaRPr>
          </a:p>
          <a:p>
            <a:pPr indent="457200" algn="l">
              <a:lnSpc>
                <a:spcPct val="125000"/>
              </a:lnSpc>
              <a:spcBef>
                <a:spcPts val="0"/>
              </a:spcBef>
              <a:spcAft>
                <a:spcPts val="0"/>
              </a:spcAft>
              <a:buClrTx/>
              <a:buSzTx/>
              <a:buFont typeface="Arial" panose="020B0604020202020204" pitchFamily="34" charset="0"/>
              <a:buNone/>
            </a:pPr>
            <a:r>
              <a:rPr lang="zh-CN" altLang="en-US" dirty="0">
                <a:solidFill>
                  <a:srgbClr val="103380"/>
                </a:solidFill>
                <a:latin typeface="微软雅黑" panose="020B0503020204020204" pitchFamily="34" charset="-122"/>
                <a:ea typeface="微软雅黑" panose="020B0503020204020204" pitchFamily="34" charset="-122"/>
                <a:sym typeface="+mn-ea"/>
              </a:rPr>
              <a:t>推理链路，工具调用，</a:t>
            </a:r>
            <a:r>
              <a:rPr lang="zh-CN" altLang="en-US" dirty="0">
                <a:solidFill>
                  <a:srgbClr val="103380"/>
                </a:solidFill>
                <a:latin typeface="微软雅黑" panose="020B0503020204020204" pitchFamily="34" charset="-122"/>
                <a:ea typeface="微软雅黑" panose="020B0503020204020204" pitchFamily="34" charset="-122"/>
                <a:sym typeface="+mn-ea"/>
              </a:rPr>
              <a:t>数据来源</a:t>
            </a:r>
            <a:endParaRPr lang="zh-CN" altLang="en-US" dirty="0">
              <a:solidFill>
                <a:srgbClr val="103380"/>
              </a:solidFill>
              <a:latin typeface="微软雅黑" panose="020B0503020204020204" pitchFamily="34" charset="-122"/>
              <a:ea typeface="微软雅黑" panose="020B0503020204020204" pitchFamily="34" charset="-122"/>
              <a:sym typeface="+mn-ea"/>
            </a:endParaRPr>
          </a:p>
          <a:p>
            <a:pPr indent="457200" algn="l">
              <a:lnSpc>
                <a:spcPct val="125000"/>
              </a:lnSpc>
              <a:spcBef>
                <a:spcPts val="0"/>
              </a:spcBef>
              <a:spcAft>
                <a:spcPts val="0"/>
              </a:spcAft>
              <a:buClrTx/>
              <a:buSzTx/>
              <a:buFont typeface="Arial" panose="020B0604020202020204" pitchFamily="34" charset="0"/>
              <a:buNone/>
            </a:pPr>
            <a:endParaRPr lang="zh-CN" altLang="en-US" dirty="0">
              <a:solidFill>
                <a:srgbClr val="103380"/>
              </a:solidFill>
              <a:latin typeface="微软雅黑" panose="020B0503020204020204" pitchFamily="34" charset="-122"/>
              <a:ea typeface="微软雅黑" panose="020B0503020204020204" pitchFamily="34" charset="-122"/>
              <a:sym typeface="+mn-ea"/>
            </a:endParaRPr>
          </a:p>
        </p:txBody>
      </p:sp>
      <p:sp>
        <p:nvSpPr>
          <p:cNvPr id="10" name="文本框 9"/>
          <p:cNvSpPr txBox="1"/>
          <p:nvPr/>
        </p:nvSpPr>
        <p:spPr>
          <a:xfrm>
            <a:off x="607060" y="4775200"/>
            <a:ext cx="10973435" cy="922020"/>
          </a:xfrm>
          <a:prstGeom prst="rect">
            <a:avLst/>
          </a:prstGeom>
          <a:noFill/>
        </p:spPr>
        <p:txBody>
          <a:bodyPr wrap="square" rtlCol="0">
            <a:spAutoFit/>
          </a:bodyPr>
          <a:p>
            <a:pPr marL="285750" indent="-285750">
              <a:buFont typeface="Wingdings" panose="05000000000000000000" charset="0"/>
              <a:buChar char="Ø"/>
            </a:pPr>
            <a:r>
              <a:rPr lang="zh-CN" altLang="en-US" b="1" dirty="0">
                <a:solidFill>
                  <a:srgbClr val="103380"/>
                </a:solidFill>
                <a:latin typeface="微软雅黑" panose="020B0503020204020204" pitchFamily="34" charset="-122"/>
                <a:ea typeface="微软雅黑" panose="020B0503020204020204" pitchFamily="34" charset="-122"/>
              </a:rPr>
              <a:t>流程：</a:t>
            </a:r>
            <a:endParaRPr lang="zh-CN" altLang="en-US" b="1" dirty="0">
              <a:solidFill>
                <a:srgbClr val="103380"/>
              </a:solidFill>
              <a:latin typeface="微软雅黑" panose="020B0503020204020204" pitchFamily="34" charset="-122"/>
              <a:ea typeface="微软雅黑" panose="020B0503020204020204" pitchFamily="34" charset="-122"/>
            </a:endParaRPr>
          </a:p>
          <a:p>
            <a:r>
              <a:rPr lang="zh-CN" altLang="en-US" dirty="0">
                <a:solidFill>
                  <a:srgbClr val="103380"/>
                </a:solidFill>
                <a:latin typeface="微软雅黑" panose="020B0503020204020204" pitchFamily="34" charset="-122"/>
                <a:ea typeface="微软雅黑" panose="020B0503020204020204" pitchFamily="34" charset="-122"/>
              </a:rPr>
              <a:t>自然语言提问 → 意图识别 → 要素抽取 → 缺失条件澄清 → 表或文档定位 → SQL 查询或知识检索 → 结果校验 → 答案生成 → 来源与执行过程展示</a:t>
            </a:r>
            <a:endParaRPr lang="zh-CN" altLang="en-US" dirty="0">
              <a:solidFill>
                <a:srgbClr val="103380"/>
              </a:solidFill>
              <a:latin typeface="微软雅黑" panose="020B0503020204020204" pitchFamily="34" charset="-122"/>
              <a:ea typeface="微软雅黑" panose="020B0503020204020204" pitchFamily="34" charset="-122"/>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t>场景定义</a:t>
            </a:r>
            <a:endParaRPr lang="en-US" altLang="zh-CN"/>
          </a:p>
        </p:txBody>
      </p:sp>
      <p:sp>
        <p:nvSpPr>
          <p:cNvPr id="4" name="Text Box 3"/>
          <p:cNvSpPr txBox="1"/>
          <p:nvPr/>
        </p:nvSpPr>
        <p:spPr>
          <a:xfrm>
            <a:off x="514985" y="1012825"/>
            <a:ext cx="10843895" cy="5290820"/>
          </a:xfrm>
          <a:prstGeom prst="rect">
            <a:avLst/>
          </a:prstGeom>
          <a:noFill/>
        </p:spPr>
        <p:txBody>
          <a:bodyPr wrap="square" rtlCol="0">
            <a:noAutofit/>
          </a:bodyPr>
          <a:p>
            <a:pPr indent="0" algn="l">
              <a:lnSpc>
                <a:spcPct val="125000"/>
              </a:lnSpc>
              <a:spcBef>
                <a:spcPts val="0"/>
              </a:spcBef>
              <a:spcAft>
                <a:spcPts val="0"/>
              </a:spcAft>
              <a:buClrTx/>
              <a:buSzTx/>
              <a:buFont typeface="Wingdings" panose="05000000000000000000" charset="0"/>
              <a:buNone/>
            </a:pPr>
            <a:r>
              <a:rPr lang="zh-CN" altLang="en-US" sz="2000" b="1" dirty="0">
                <a:solidFill>
                  <a:srgbClr val="103380"/>
                </a:solidFill>
                <a:latin typeface="微软雅黑" panose="020B0503020204020204" pitchFamily="34" charset="-122"/>
                <a:ea typeface="微软雅黑" panose="020B0503020204020204" pitchFamily="34" charset="-122"/>
              </a:rPr>
              <a:t>聚焦场景：</a:t>
            </a:r>
            <a:r>
              <a:rPr lang="zh-CN" altLang="en-US" sz="2000" dirty="0">
                <a:solidFill>
                  <a:srgbClr val="103380"/>
                </a:solidFill>
                <a:latin typeface="微软雅黑" panose="020B0503020204020204" pitchFamily="34" charset="-122"/>
                <a:ea typeface="微软雅黑" panose="020B0503020204020204" pitchFamily="34" charset="-122"/>
              </a:rPr>
              <a:t>面向企业经营分析的多模态智能问数与知识问答助手</a:t>
            </a:r>
            <a:endParaRPr lang="zh-CN" altLang="en-US" dirty="0">
              <a:solidFill>
                <a:srgbClr val="103380"/>
              </a:solidFill>
              <a:latin typeface="微软雅黑" panose="020B0503020204020204" pitchFamily="34" charset="-122"/>
              <a:ea typeface="微软雅黑" panose="020B0503020204020204" pitchFamily="34" charset="-122"/>
              <a:sym typeface="+mn-ea"/>
            </a:endParaRPr>
          </a:p>
          <a:p>
            <a:pPr marL="285750" indent="-285750" algn="l">
              <a:lnSpc>
                <a:spcPct val="125000"/>
              </a:lnSpc>
              <a:spcBef>
                <a:spcPts val="0"/>
              </a:spcBef>
              <a:spcAft>
                <a:spcPts val="0"/>
              </a:spcAft>
              <a:buClrTx/>
              <a:buSzTx/>
              <a:buFont typeface="Arial" panose="020B0604020202020204" pitchFamily="34" charset="0"/>
              <a:buChar char="•"/>
            </a:pPr>
            <a:r>
              <a:rPr lang="zh-CN" altLang="en-US" dirty="0">
                <a:solidFill>
                  <a:srgbClr val="103380"/>
                </a:solidFill>
                <a:latin typeface="微软雅黑" panose="020B0503020204020204" pitchFamily="34" charset="-122"/>
                <a:ea typeface="微软雅黑" panose="020B0503020204020204" pitchFamily="34" charset="-122"/>
                <a:sym typeface="+mn-ea"/>
              </a:rPr>
              <a:t>让数据库表、业务术语、文档内容、演示问题和评测集围绕同一套业务逻辑组织起来</a:t>
            </a:r>
            <a:endParaRPr lang="zh-CN" altLang="en-US" dirty="0">
              <a:solidFill>
                <a:srgbClr val="103380"/>
              </a:solidFill>
              <a:latin typeface="微软雅黑" panose="020B0503020204020204" pitchFamily="34" charset="-122"/>
              <a:ea typeface="微软雅黑" panose="020B0503020204020204" pitchFamily="34" charset="-122"/>
              <a:sym typeface="+mn-ea"/>
            </a:endParaRPr>
          </a:p>
          <a:p>
            <a:pPr marL="285750" indent="-285750" algn="l">
              <a:lnSpc>
                <a:spcPct val="125000"/>
              </a:lnSpc>
              <a:spcBef>
                <a:spcPts val="0"/>
              </a:spcBef>
              <a:spcAft>
                <a:spcPts val="0"/>
              </a:spcAft>
              <a:buClrTx/>
              <a:buSzTx/>
              <a:buFont typeface="Arial" panose="020B0604020202020204" pitchFamily="34" charset="0"/>
              <a:buChar char="•"/>
            </a:pPr>
            <a:r>
              <a:rPr lang="zh-CN" altLang="en-US" dirty="0">
                <a:solidFill>
                  <a:srgbClr val="103380"/>
                </a:solidFill>
                <a:latin typeface="微软雅黑" panose="020B0503020204020204" pitchFamily="34" charset="-122"/>
                <a:ea typeface="微软雅黑" panose="020B0503020204020204" pitchFamily="34" charset="-122"/>
                <a:sym typeface="+mn-ea"/>
              </a:rPr>
              <a:t>好搭数据集、好</a:t>
            </a:r>
            <a:r>
              <a:rPr lang="zh-CN" altLang="en-US" dirty="0">
                <a:solidFill>
                  <a:srgbClr val="103380"/>
                </a:solidFill>
                <a:latin typeface="微软雅黑" panose="020B0503020204020204" pitchFamily="34" charset="-122"/>
                <a:ea typeface="微软雅黑" panose="020B0503020204020204" pitchFamily="34" charset="-122"/>
                <a:sym typeface="+mn-ea"/>
              </a:rPr>
              <a:t>讲故事</a:t>
            </a:r>
            <a:endParaRPr lang="zh-CN" altLang="en-US" dirty="0">
              <a:solidFill>
                <a:srgbClr val="103380"/>
              </a:solidFill>
              <a:latin typeface="微软雅黑" panose="020B0503020204020204" pitchFamily="34" charset="-122"/>
              <a:ea typeface="微软雅黑" panose="020B0503020204020204" pitchFamily="34" charset="-122"/>
              <a:sym typeface="+mn-ea"/>
            </a:endParaRPr>
          </a:p>
          <a:p>
            <a:pPr indent="0" algn="l">
              <a:lnSpc>
                <a:spcPct val="125000"/>
              </a:lnSpc>
              <a:spcBef>
                <a:spcPts val="0"/>
              </a:spcBef>
              <a:spcAft>
                <a:spcPts val="0"/>
              </a:spcAft>
              <a:buClrTx/>
              <a:buSzTx/>
              <a:buFont typeface="Arial" panose="020B0604020202020204" pitchFamily="34" charset="0"/>
              <a:buNone/>
            </a:pPr>
            <a:r>
              <a:rPr lang="zh-CN" altLang="en-US" sz="2000" b="1" dirty="0">
                <a:solidFill>
                  <a:srgbClr val="103380"/>
                </a:solidFill>
                <a:latin typeface="微软雅黑" panose="020B0503020204020204" pitchFamily="34" charset="-122"/>
                <a:ea typeface="微软雅黑" panose="020B0503020204020204" pitchFamily="34" charset="-122"/>
                <a:sym typeface="+mn-ea"/>
              </a:rPr>
              <a:t>选数据库：</a:t>
            </a:r>
            <a:endParaRPr lang="zh-CN" altLang="en-US" sz="2000" b="1" dirty="0">
              <a:solidFill>
                <a:srgbClr val="103380"/>
              </a:solidFill>
              <a:latin typeface="微软雅黑" panose="020B0503020204020204" pitchFamily="34" charset="-122"/>
              <a:ea typeface="微软雅黑" panose="020B0503020204020204" pitchFamily="34" charset="-122"/>
              <a:sym typeface="+mn-ea"/>
            </a:endParaRPr>
          </a:p>
          <a:p>
            <a:pPr marL="342900" indent="-342900" algn="l">
              <a:lnSpc>
                <a:spcPct val="125000"/>
              </a:lnSpc>
              <a:spcBef>
                <a:spcPts val="0"/>
              </a:spcBef>
              <a:spcAft>
                <a:spcPts val="0"/>
              </a:spcAft>
              <a:buClrTx/>
              <a:buSzTx/>
              <a:buFont typeface="Arial" panose="020B0604020202020204" pitchFamily="34" charset="0"/>
              <a:buChar char="•"/>
            </a:pPr>
            <a:r>
              <a:rPr lang="en-US" altLang="zh-CN" dirty="0">
                <a:solidFill>
                  <a:srgbClr val="103380"/>
                </a:solidFill>
                <a:latin typeface="微软雅黑" panose="020B0503020204020204" pitchFamily="34" charset="-122"/>
                <a:ea typeface="微软雅黑" panose="020B0503020204020204" pitchFamily="34" charset="-122"/>
                <a:sym typeface="+mn-ea"/>
              </a:rPr>
              <a:t>Chinook</a:t>
            </a:r>
            <a:endParaRPr lang="en-US" altLang="zh-CN" dirty="0">
              <a:solidFill>
                <a:srgbClr val="103380"/>
              </a:solidFill>
              <a:latin typeface="微软雅黑" panose="020B0503020204020204" pitchFamily="34" charset="-122"/>
              <a:ea typeface="微软雅黑" panose="020B0503020204020204" pitchFamily="34" charset="-122"/>
              <a:sym typeface="+mn-ea"/>
            </a:endParaRPr>
          </a:p>
          <a:p>
            <a:pPr marL="342900" indent="-342900" algn="l">
              <a:lnSpc>
                <a:spcPct val="125000"/>
              </a:lnSpc>
              <a:spcBef>
                <a:spcPts val="0"/>
              </a:spcBef>
              <a:spcAft>
                <a:spcPts val="0"/>
              </a:spcAft>
              <a:buClrTx/>
              <a:buSzTx/>
              <a:buFont typeface="Arial" panose="020B0604020202020204" pitchFamily="34" charset="0"/>
              <a:buChar char="•"/>
            </a:pPr>
            <a:r>
              <a:rPr lang="en-US" altLang="zh-CN" dirty="0">
                <a:solidFill>
                  <a:srgbClr val="103380"/>
                </a:solidFill>
                <a:latin typeface="微软雅黑" panose="020B0503020204020204" pitchFamily="34" charset="-122"/>
                <a:ea typeface="微软雅黑" panose="020B0503020204020204" pitchFamily="34" charset="-122"/>
                <a:sym typeface="+mn-ea"/>
              </a:rPr>
              <a:t>Chinook </a:t>
            </a:r>
            <a:r>
              <a:rPr lang="zh-CN" altLang="en-US" dirty="0">
                <a:solidFill>
                  <a:srgbClr val="103380"/>
                </a:solidFill>
                <a:latin typeface="微软雅黑" panose="020B0503020204020204" pitchFamily="34" charset="-122"/>
                <a:ea typeface="微软雅黑" panose="020B0503020204020204" pitchFamily="34" charset="-122"/>
                <a:sym typeface="+mn-ea"/>
              </a:rPr>
              <a:t>数据库＋自建数字音乐商店业务文档＋独立评测集（结构化问数</a:t>
            </a:r>
            <a:r>
              <a:rPr lang="en-US" altLang="zh-CN" dirty="0">
                <a:solidFill>
                  <a:srgbClr val="103380"/>
                </a:solidFill>
                <a:latin typeface="微软雅黑" panose="020B0503020204020204" pitchFamily="34" charset="-122"/>
                <a:ea typeface="微软雅黑" panose="020B0503020204020204" pitchFamily="34" charset="-122"/>
                <a:sym typeface="+mn-ea"/>
              </a:rPr>
              <a:t>+</a:t>
            </a:r>
            <a:r>
              <a:rPr lang="zh-CN" altLang="en-US" dirty="0">
                <a:solidFill>
                  <a:srgbClr val="103380"/>
                </a:solidFill>
                <a:latin typeface="微软雅黑" panose="020B0503020204020204" pitchFamily="34" charset="-122"/>
                <a:ea typeface="微软雅黑" panose="020B0503020204020204" pitchFamily="34" charset="-122"/>
                <a:sym typeface="+mn-ea"/>
              </a:rPr>
              <a:t>业务文档问答）</a:t>
            </a:r>
            <a:endParaRPr lang="zh-CN" altLang="en-US" dirty="0">
              <a:solidFill>
                <a:srgbClr val="103380"/>
              </a:solidFill>
              <a:latin typeface="微软雅黑" panose="020B0503020204020204" pitchFamily="34" charset="-122"/>
              <a:ea typeface="微软雅黑" panose="020B0503020204020204" pitchFamily="34" charset="-122"/>
              <a:sym typeface="+mn-ea"/>
            </a:endParaRPr>
          </a:p>
          <a:p>
            <a:pPr marL="342900" indent="-342900" algn="l">
              <a:lnSpc>
                <a:spcPct val="125000"/>
              </a:lnSpc>
              <a:spcBef>
                <a:spcPts val="0"/>
              </a:spcBef>
              <a:spcAft>
                <a:spcPts val="0"/>
              </a:spcAft>
              <a:buClrTx/>
              <a:buSzTx/>
              <a:buFont typeface="Arial" panose="020B0604020202020204" pitchFamily="34" charset="0"/>
              <a:buChar char="•"/>
            </a:pPr>
            <a:r>
              <a:rPr lang="zh-CN" altLang="en-US" dirty="0">
                <a:solidFill>
                  <a:srgbClr val="103380"/>
                </a:solidFill>
                <a:latin typeface="微软雅黑" panose="020B0503020204020204" pitchFamily="34" charset="-122"/>
                <a:ea typeface="微软雅黑" panose="020B0503020204020204" pitchFamily="34" charset="-122"/>
                <a:sym typeface="+mn-ea"/>
              </a:rPr>
              <a:t>后续加入模糊、旋转、低清、遮挡等异常图片（对照赛题文档处理</a:t>
            </a:r>
            <a:r>
              <a:rPr lang="zh-CN" altLang="en-US" dirty="0">
                <a:solidFill>
                  <a:srgbClr val="103380"/>
                </a:solidFill>
                <a:latin typeface="微软雅黑" panose="020B0503020204020204" pitchFamily="34" charset="-122"/>
                <a:ea typeface="微软雅黑" panose="020B0503020204020204" pitchFamily="34" charset="-122"/>
                <a:sym typeface="+mn-ea"/>
              </a:rPr>
              <a:t>数据），</a:t>
            </a:r>
            <a:r>
              <a:rPr lang="zh-CN" altLang="en-US" dirty="0">
                <a:solidFill>
                  <a:srgbClr val="103380"/>
                </a:solidFill>
                <a:latin typeface="微软雅黑" panose="020B0503020204020204" pitchFamily="34" charset="-122"/>
                <a:ea typeface="微软雅黑" panose="020B0503020204020204" pitchFamily="34" charset="-122"/>
                <a:sym typeface="+mn-ea"/>
              </a:rPr>
              <a:t>考虑引入</a:t>
            </a:r>
            <a:r>
              <a:rPr lang="en-US" altLang="zh-CN" dirty="0">
                <a:solidFill>
                  <a:srgbClr val="103380"/>
                </a:solidFill>
                <a:latin typeface="微软雅黑" panose="020B0503020204020204" pitchFamily="34" charset="-122"/>
                <a:ea typeface="微软雅黑" panose="020B0503020204020204" pitchFamily="34" charset="-122"/>
                <a:sym typeface="+mn-ea"/>
              </a:rPr>
              <a:t>CAD</a:t>
            </a:r>
            <a:r>
              <a:rPr lang="zh-CN" altLang="en-US" dirty="0">
                <a:solidFill>
                  <a:srgbClr val="103380"/>
                </a:solidFill>
                <a:latin typeface="微软雅黑" panose="020B0503020204020204" pitchFamily="34" charset="-122"/>
                <a:ea typeface="微软雅黑" panose="020B0503020204020204" pitchFamily="34" charset="-122"/>
                <a:sym typeface="+mn-ea"/>
              </a:rPr>
              <a:t>类的工业</a:t>
            </a:r>
            <a:r>
              <a:rPr lang="zh-CN" altLang="en-US" dirty="0">
                <a:solidFill>
                  <a:srgbClr val="103380"/>
                </a:solidFill>
                <a:latin typeface="微软雅黑" panose="020B0503020204020204" pitchFamily="34" charset="-122"/>
                <a:ea typeface="微软雅黑" panose="020B0503020204020204" pitchFamily="34" charset="-122"/>
                <a:sym typeface="+mn-ea"/>
              </a:rPr>
              <a:t>数据测试</a:t>
            </a:r>
            <a:endParaRPr lang="zh-CN" altLang="en-US" dirty="0">
              <a:solidFill>
                <a:srgbClr val="103380"/>
              </a:solidFill>
              <a:latin typeface="微软雅黑" panose="020B0503020204020204" pitchFamily="34" charset="-122"/>
              <a:ea typeface="微软雅黑" panose="020B0503020204020204" pitchFamily="34" charset="-122"/>
              <a:sym typeface="+mn-ea"/>
            </a:endParaRPr>
          </a:p>
          <a:p>
            <a:pPr marL="342900" indent="-342900" algn="l">
              <a:lnSpc>
                <a:spcPct val="125000"/>
              </a:lnSpc>
              <a:spcBef>
                <a:spcPts val="0"/>
              </a:spcBef>
              <a:spcAft>
                <a:spcPts val="0"/>
              </a:spcAft>
              <a:buClrTx/>
              <a:buSzTx/>
              <a:buFont typeface="Arial" panose="020B0604020202020204" pitchFamily="34" charset="0"/>
              <a:buChar char="•"/>
            </a:pPr>
            <a:r>
              <a:rPr lang="zh-CN" altLang="en-US" dirty="0">
                <a:solidFill>
                  <a:srgbClr val="103380"/>
                </a:solidFill>
                <a:latin typeface="微软雅黑" panose="020B0503020204020204" pitchFamily="34" charset="-122"/>
                <a:ea typeface="微软雅黑" panose="020B0503020204020204" pitchFamily="34" charset="-122"/>
                <a:sym typeface="+mn-ea"/>
              </a:rPr>
              <a:t>后续可以引入：</a:t>
            </a:r>
            <a:r>
              <a:rPr lang="en-US" altLang="zh-CN" dirty="0">
                <a:solidFill>
                  <a:srgbClr val="103380"/>
                </a:solidFill>
                <a:latin typeface="微软雅黑" panose="020B0503020204020204" pitchFamily="34" charset="-122"/>
                <a:ea typeface="微软雅黑" panose="020B0503020204020204" pitchFamily="34" charset="-122"/>
                <a:sym typeface="+mn-ea"/>
              </a:rPr>
              <a:t>通用文档压力集——OHR-Bench 抽样</a:t>
            </a:r>
            <a:endParaRPr lang="zh-CN" altLang="en-US" dirty="0">
              <a:solidFill>
                <a:srgbClr val="103380"/>
              </a:solidFill>
              <a:latin typeface="微软雅黑" panose="020B0503020204020204" pitchFamily="34" charset="-122"/>
              <a:ea typeface="微软雅黑" panose="020B0503020204020204" pitchFamily="34" charset="-122"/>
              <a:sym typeface="+mn-ea"/>
            </a:endParaRPr>
          </a:p>
          <a:p>
            <a:pPr algn="l">
              <a:lnSpc>
                <a:spcPct val="125000"/>
              </a:lnSpc>
              <a:spcBef>
                <a:spcPts val="0"/>
              </a:spcBef>
              <a:spcAft>
                <a:spcPts val="0"/>
              </a:spcAft>
              <a:buClrTx/>
              <a:buSzTx/>
              <a:buFont typeface="Wingdings" panose="05000000000000000000" charset="0"/>
            </a:pPr>
            <a:r>
              <a:rPr lang="zh-CN" altLang="en-US" sz="2000" b="1" dirty="0">
                <a:solidFill>
                  <a:srgbClr val="103380"/>
                </a:solidFill>
                <a:latin typeface="微软雅黑" panose="020B0503020204020204" pitchFamily="34" charset="-122"/>
                <a:ea typeface="微软雅黑" panose="020B0503020204020204" pitchFamily="34" charset="-122"/>
                <a:sym typeface="+mn-ea"/>
              </a:rPr>
              <a:t>产品定位：面向数字音乐商店运营团队的可解释经营分析与知识问答智能体</a:t>
            </a:r>
            <a:endParaRPr lang="zh-CN" altLang="en-US" sz="2000" b="1" dirty="0">
              <a:solidFill>
                <a:srgbClr val="103380"/>
              </a:solidFill>
              <a:latin typeface="微软雅黑" panose="020B0503020204020204" pitchFamily="34" charset="-122"/>
              <a:ea typeface="微软雅黑" panose="020B0503020204020204" pitchFamily="34" charset="-122"/>
              <a:sym typeface="+mn-ea"/>
            </a:endParaRPr>
          </a:p>
          <a:p>
            <a:pPr marL="342900" indent="-342900" algn="l">
              <a:lnSpc>
                <a:spcPct val="125000"/>
              </a:lnSpc>
              <a:spcBef>
                <a:spcPts val="0"/>
              </a:spcBef>
              <a:spcAft>
                <a:spcPts val="0"/>
              </a:spcAft>
              <a:buClrTx/>
              <a:buSzTx/>
              <a:buFont typeface="Arial" panose="020B0604020202020204" pitchFamily="34" charset="0"/>
              <a:buChar char="•"/>
            </a:pPr>
            <a:r>
              <a:rPr lang="zh-CN" altLang="en-US" dirty="0">
                <a:solidFill>
                  <a:srgbClr val="103380"/>
                </a:solidFill>
                <a:latin typeface="微软雅黑" panose="020B0503020204020204" pitchFamily="34" charset="-122"/>
                <a:ea typeface="微软雅黑" panose="020B0503020204020204" pitchFamily="34" charset="-122"/>
                <a:sym typeface="+mn-ea"/>
              </a:rPr>
              <a:t>面向数字音乐商店运营团队，通过自然语言查询销售、客户、音乐内容等业务数据，并结合运营制度、商品资料、营销复盘和客服知识文档，输出：经营指标； 统计口径；自动生成并执行的 </a:t>
            </a:r>
            <a:r>
              <a:rPr lang="en-US" altLang="zh-CN" dirty="0">
                <a:solidFill>
                  <a:srgbClr val="103380"/>
                </a:solidFill>
                <a:latin typeface="微软雅黑" panose="020B0503020204020204" pitchFamily="34" charset="-122"/>
                <a:ea typeface="微软雅黑" panose="020B0503020204020204" pitchFamily="34" charset="-122"/>
                <a:sym typeface="+mn-ea"/>
              </a:rPr>
              <a:t>SQL；</a:t>
            </a:r>
            <a:r>
              <a:rPr lang="zh-CN" altLang="en-US" dirty="0">
                <a:solidFill>
                  <a:srgbClr val="103380"/>
                </a:solidFill>
                <a:latin typeface="微软雅黑" panose="020B0503020204020204" pitchFamily="34" charset="-122"/>
                <a:ea typeface="微软雅黑" panose="020B0503020204020204" pitchFamily="34" charset="-122"/>
                <a:sym typeface="+mn-ea"/>
              </a:rPr>
              <a:t> 相关业务文档片段；数据来源和执行过程；缺少条件时的澄清问题；无依据时的明确提示。</a:t>
            </a:r>
            <a:endParaRPr lang="zh-CN" altLang="en-US" dirty="0">
              <a:solidFill>
                <a:srgbClr val="103380"/>
              </a:solidFill>
              <a:latin typeface="微软雅黑" panose="020B0503020204020204" pitchFamily="34" charset="-122"/>
              <a:ea typeface="微软雅黑" panose="020B0503020204020204" pitchFamily="34" charset="-122"/>
              <a:sym typeface="+mn-ea"/>
            </a:endParaRPr>
          </a:p>
          <a:p>
            <a:pPr indent="0" algn="l">
              <a:lnSpc>
                <a:spcPct val="125000"/>
              </a:lnSpc>
              <a:spcBef>
                <a:spcPts val="0"/>
              </a:spcBef>
              <a:spcAft>
                <a:spcPts val="0"/>
              </a:spcAft>
              <a:buClrTx/>
              <a:buSzTx/>
              <a:buFont typeface="Arial" panose="020B0604020202020204" pitchFamily="34" charset="0"/>
              <a:buNone/>
            </a:pPr>
            <a:endParaRPr lang="en-US" altLang="zh-CN" sz="2000" dirty="0">
              <a:solidFill>
                <a:srgbClr val="103380"/>
              </a:solidFill>
              <a:latin typeface="微软雅黑" panose="020B0503020204020204" pitchFamily="34" charset="-122"/>
              <a:ea typeface="微软雅黑" panose="020B0503020204020204" pitchFamily="34" charset="-122"/>
              <a:sym typeface="+mn-ea"/>
            </a:endParaRPr>
          </a:p>
        </p:txBody>
      </p:sp>
      <p:pic>
        <p:nvPicPr>
          <p:cNvPr id="3" name="图片 2"/>
          <p:cNvPicPr>
            <a:picLocks noChangeAspect="1"/>
          </p:cNvPicPr>
          <p:nvPr/>
        </p:nvPicPr>
        <p:blipFill>
          <a:blip r:embed="rId1"/>
          <a:stretch>
            <a:fillRect/>
          </a:stretch>
        </p:blipFill>
        <p:spPr>
          <a:xfrm>
            <a:off x="6727825" y="1807845"/>
            <a:ext cx="4984115" cy="104902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a:solidFill>
                  <a:srgbClr val="103380"/>
                </a:solidFill>
                <a:sym typeface="+mn-ea"/>
              </a:rPr>
              <a:t>核心用户与场景：</a:t>
            </a:r>
            <a:endParaRPr lang="en-US" altLang="zh-CN"/>
          </a:p>
        </p:txBody>
      </p:sp>
      <p:graphicFrame>
        <p:nvGraphicFramePr>
          <p:cNvPr id="3" name="表格 2"/>
          <p:cNvGraphicFramePr/>
          <p:nvPr/>
        </p:nvGraphicFramePr>
        <p:xfrm>
          <a:off x="466090" y="982345"/>
          <a:ext cx="11077575" cy="5262245"/>
        </p:xfrm>
        <a:graphic>
          <a:graphicData uri="http://schemas.openxmlformats.org/drawingml/2006/table">
            <a:tbl>
              <a:tblPr>
                <a:tableStyleId>{BC89EF96-8CEA-46FF-86C4-4CE0E7609802}</a:tableStyleId>
              </a:tblPr>
              <a:tblGrid>
                <a:gridCol w="2997835"/>
                <a:gridCol w="3064510"/>
                <a:gridCol w="2595245"/>
                <a:gridCol w="2419985"/>
              </a:tblGrid>
              <a:tr h="554355">
                <a:tc>
                  <a:txBody>
                    <a:bodyPr/>
                    <a:p>
                      <a:pPr algn="ctr"/>
                      <a:r>
                        <a:rPr lang="zh-CN" altLang="en-US" sz="1600" b="1">
                          <a:solidFill>
                            <a:srgbClr val="10337F"/>
                          </a:solidFill>
                          <a:highlight>
                            <a:srgbClr val="FFFF00"/>
                          </a:highlight>
                          <a:uFillTx/>
                          <a:latin typeface="Times New Roman" panose="02020603050405020304" pitchFamily="18" charset="0"/>
                          <a:ea typeface="宋体" panose="02010600030101010101" pitchFamily="2" charset="-122"/>
                        </a:rPr>
                        <a:t>主：运营人员</a:t>
                      </a:r>
                      <a:br>
                        <a:rPr lang="zh-CN" altLang="en-US" sz="1600">
                          <a:solidFill>
                            <a:srgbClr val="10337F"/>
                          </a:solidFill>
                          <a:highlight>
                            <a:srgbClr val="FFFF00"/>
                          </a:highlight>
                          <a:uFillTx/>
                          <a:latin typeface="Times New Roman" panose="02020603050405020304" pitchFamily="18" charset="0"/>
                          <a:ea typeface="宋体" panose="02010600030101010101" pitchFamily="2" charset="-122"/>
                        </a:rPr>
                      </a:br>
                      <a:r>
                        <a:rPr lang="zh-CN" altLang="en-US" sz="1600">
                          <a:solidFill>
                            <a:srgbClr val="10337F"/>
                          </a:solidFill>
                          <a:uFillTx/>
                          <a:latin typeface="Times New Roman" panose="02020603050405020304" pitchFamily="18" charset="0"/>
                          <a:ea typeface="宋体" panose="02010600030101010101" pitchFamily="2" charset="-122"/>
                        </a:rPr>
                        <a:t>日常经营查数</a:t>
                      </a:r>
                      <a:endParaRPr lang="zh-CN" altLang="en-US" sz="1600">
                        <a:solidFill>
                          <a:srgbClr val="10337F"/>
                        </a:solidFill>
                        <a:uFillTx/>
                        <a:latin typeface="Times New Roman" panose="02020603050405020304" pitchFamily="18" charset="0"/>
                        <a:ea typeface="宋体" panose="02010600030101010101" pitchFamily="2" charset="-122"/>
                      </a:endParaRPr>
                    </a:p>
                  </a:txBody>
                  <a:tcPr marL="0" marR="0" marT="0" marB="0" anchor="ctr" anchorCtr="0"/>
                </a:tc>
                <a:tc>
                  <a:txBody>
                    <a:bodyPr/>
                    <a:p>
                      <a:pPr algn="ctr"/>
                      <a:r>
                        <a:rPr lang="zh-CN" altLang="en-US" sz="1600" b="1">
                          <a:solidFill>
                            <a:srgbClr val="10337F"/>
                          </a:solidFill>
                          <a:highlight>
                            <a:srgbClr val="FFFF00"/>
                          </a:highlight>
                          <a:uFillTx/>
                          <a:latin typeface="Times New Roman" panose="02020603050405020304" pitchFamily="18" charset="0"/>
                          <a:ea typeface="宋体" panose="02010600030101010101" pitchFamily="2" charset="-122"/>
                        </a:rPr>
                        <a:t>主：经营负责人</a:t>
                      </a:r>
                      <a:br>
                        <a:rPr lang="zh-CN" altLang="en-US" sz="1600">
                          <a:solidFill>
                            <a:srgbClr val="10337F"/>
                          </a:solidFill>
                          <a:highlight>
                            <a:srgbClr val="FFFF00"/>
                          </a:highlight>
                          <a:uFillTx/>
                          <a:latin typeface="Times New Roman" panose="02020603050405020304" pitchFamily="18" charset="0"/>
                          <a:ea typeface="宋体" panose="02010600030101010101" pitchFamily="2" charset="-122"/>
                        </a:rPr>
                      </a:br>
                      <a:r>
                        <a:rPr lang="zh-CN" altLang="en-US" sz="1600">
                          <a:solidFill>
                            <a:srgbClr val="10337F"/>
                          </a:solidFill>
                          <a:uFillTx/>
                          <a:latin typeface="Times New Roman" panose="02020603050405020304" pitchFamily="18" charset="0"/>
                          <a:ea typeface="宋体" panose="02010600030101010101" pitchFamily="2" charset="-122"/>
                        </a:rPr>
                        <a:t>跨源经营分析</a:t>
                      </a:r>
                      <a:endParaRPr lang="zh-CN" altLang="en-US" sz="1600">
                        <a:solidFill>
                          <a:srgbClr val="10337F"/>
                        </a:solidFill>
                        <a:uFillTx/>
                        <a:latin typeface="Times New Roman" panose="02020603050405020304" pitchFamily="18" charset="0"/>
                        <a:ea typeface="宋体" panose="02010600030101010101" pitchFamily="2" charset="-122"/>
                      </a:endParaRPr>
                    </a:p>
                  </a:txBody>
                  <a:tcPr marL="0" marR="0" marT="0" marB="0" anchor="ctr" anchorCtr="0"/>
                </a:tc>
                <a:tc>
                  <a:txBody>
                    <a:bodyPr/>
                    <a:p>
                      <a:pPr algn="ctr"/>
                      <a:r>
                        <a:rPr lang="zh-CN" altLang="en-US" sz="1600">
                          <a:solidFill>
                            <a:srgbClr val="10337F"/>
                          </a:solidFill>
                          <a:uFillTx/>
                          <a:latin typeface="Times New Roman" panose="02020603050405020304" pitchFamily="18" charset="0"/>
                          <a:ea typeface="宋体" panose="02010600030101010101" pitchFamily="2" charset="-122"/>
                          <a:sym typeface="+mn-ea"/>
                        </a:rPr>
                        <a:t>辅：</a:t>
                      </a:r>
                      <a:r>
                        <a:rPr lang="zh-CN" altLang="en-US" sz="1600">
                          <a:solidFill>
                            <a:srgbClr val="10337F"/>
                          </a:solidFill>
                          <a:uFillTx/>
                          <a:latin typeface="Times New Roman" panose="02020603050405020304" pitchFamily="18" charset="0"/>
                          <a:ea typeface="宋体" panose="02010600030101010101" pitchFamily="2" charset="-122"/>
                        </a:rPr>
                        <a:t>客服人员</a:t>
                      </a:r>
                      <a:br>
                        <a:rPr lang="zh-CN" altLang="en-US" sz="1600">
                          <a:solidFill>
                            <a:srgbClr val="10337F"/>
                          </a:solidFill>
                          <a:uFillTx/>
                          <a:latin typeface="Times New Roman" panose="02020603050405020304" pitchFamily="18" charset="0"/>
                          <a:ea typeface="宋体" panose="02010600030101010101" pitchFamily="2" charset="-122"/>
                        </a:rPr>
                      </a:br>
                      <a:r>
                        <a:rPr lang="zh-CN" altLang="en-US" sz="1600">
                          <a:solidFill>
                            <a:srgbClr val="10337F"/>
                          </a:solidFill>
                          <a:uFillTx/>
                          <a:latin typeface="Times New Roman" panose="02020603050405020304" pitchFamily="18" charset="0"/>
                          <a:ea typeface="宋体" panose="02010600030101010101" pitchFamily="2" charset="-122"/>
                        </a:rPr>
                        <a:t>业务知识问答</a:t>
                      </a:r>
                      <a:endParaRPr lang="zh-CN" altLang="en-US" sz="1600">
                        <a:solidFill>
                          <a:srgbClr val="10337F"/>
                        </a:solidFill>
                        <a:uFillTx/>
                        <a:latin typeface="Times New Roman" panose="02020603050405020304" pitchFamily="18" charset="0"/>
                        <a:ea typeface="宋体" panose="02010600030101010101" pitchFamily="2" charset="-122"/>
                      </a:endParaRPr>
                    </a:p>
                  </a:txBody>
                  <a:tcPr marL="0" marR="0" marT="0" marB="0" anchor="ctr" anchorCtr="0"/>
                </a:tc>
                <a:tc>
                  <a:txBody>
                    <a:bodyPr/>
                    <a:p>
                      <a:pPr algn="ctr"/>
                      <a:r>
                        <a:rPr lang="zh-CN" altLang="en-US" sz="1600">
                          <a:solidFill>
                            <a:srgbClr val="10337F"/>
                          </a:solidFill>
                          <a:uFillTx/>
                          <a:latin typeface="Times New Roman" panose="02020603050405020304" pitchFamily="18" charset="0"/>
                          <a:ea typeface="宋体" panose="02010600030101010101" pitchFamily="2" charset="-122"/>
                        </a:rPr>
                        <a:t>辅：数据管理员</a:t>
                      </a:r>
                      <a:br>
                        <a:rPr lang="zh-CN" altLang="en-US" sz="1600">
                          <a:solidFill>
                            <a:srgbClr val="10337F"/>
                          </a:solidFill>
                          <a:uFillTx/>
                          <a:latin typeface="Times New Roman" panose="02020603050405020304" pitchFamily="18" charset="0"/>
                          <a:ea typeface="宋体" panose="02010600030101010101" pitchFamily="2" charset="-122"/>
                        </a:rPr>
                      </a:br>
                      <a:r>
                        <a:rPr lang="zh-CN" altLang="en-US" sz="1600">
                          <a:solidFill>
                            <a:srgbClr val="10337F"/>
                          </a:solidFill>
                          <a:uFillTx/>
                          <a:latin typeface="Times New Roman" panose="02020603050405020304" pitchFamily="18" charset="0"/>
                          <a:ea typeface="宋体" panose="02010600030101010101" pitchFamily="2" charset="-122"/>
                        </a:rPr>
                        <a:t>口径核验与系统审计</a:t>
                      </a:r>
                      <a:endParaRPr lang="zh-CN" altLang="en-US" sz="1600">
                        <a:solidFill>
                          <a:srgbClr val="10337F"/>
                        </a:solidFill>
                        <a:uFillTx/>
                        <a:latin typeface="Times New Roman" panose="02020603050405020304" pitchFamily="18" charset="0"/>
                        <a:ea typeface="宋体" panose="02010600030101010101" pitchFamily="2" charset="-122"/>
                      </a:endParaRPr>
                    </a:p>
                  </a:txBody>
                  <a:tcPr marL="0" marR="0" marT="0" marB="0" anchor="ctr" anchorCtr="0"/>
                </a:tc>
              </a:tr>
              <a:tr h="4707890">
                <a:tc>
                  <a:txBody>
                    <a:bodyPr/>
                    <a:p>
                      <a:r>
                        <a:rPr lang="zh-CN" altLang="en-US" sz="1600" b="1">
                          <a:solidFill>
                            <a:srgbClr val="10337F"/>
                          </a:solidFill>
                          <a:uFillTx/>
                          <a:latin typeface="Times New Roman" panose="02020603050405020304" pitchFamily="18" charset="0"/>
                          <a:ea typeface="宋体" panose="02010600030101010101" pitchFamily="2" charset="-122"/>
                        </a:rPr>
                        <a:t>典型问题：</a:t>
                      </a:r>
                      <a:br>
                        <a:rPr lang="zh-CN" altLang="en-US" sz="1600">
                          <a:solidFill>
                            <a:srgbClr val="10337F"/>
                          </a:solidFill>
                          <a:uFillTx/>
                          <a:latin typeface="Times New Roman" panose="02020603050405020304" pitchFamily="18" charset="0"/>
                          <a:ea typeface="宋体" panose="02010600030101010101" pitchFamily="2" charset="-122"/>
                        </a:rPr>
                      </a:br>
                      <a:r>
                        <a:rPr lang="zh-CN" altLang="en-US" sz="1600">
                          <a:solidFill>
                            <a:srgbClr val="10337F"/>
                          </a:solidFill>
                          <a:uFillTx/>
                          <a:latin typeface="Times New Roman" panose="02020603050405020304" pitchFamily="18" charset="0"/>
                          <a:ea typeface="宋体" panose="02010600030101010101" pitchFamily="2" charset="-122"/>
                        </a:rPr>
                        <a:t>・指定</a:t>
                      </a:r>
                      <a:r>
                        <a:rPr lang="zh-CN" altLang="en-US" sz="1600">
                          <a:solidFill>
                            <a:srgbClr val="10337F"/>
                          </a:solidFill>
                          <a:uFillTx/>
                          <a:latin typeface="Times New Roman" panose="02020603050405020304" pitchFamily="18" charset="0"/>
                          <a:ea typeface="宋体" panose="02010600030101010101" pitchFamily="2" charset="-122"/>
                        </a:rPr>
                        <a:t>时间内销售额、销量是多少？</a:t>
                      </a:r>
                      <a:br>
                        <a:rPr lang="zh-CN" altLang="en-US" sz="1600">
                          <a:solidFill>
                            <a:srgbClr val="10337F"/>
                          </a:solidFill>
                          <a:uFillTx/>
                          <a:latin typeface="Times New Roman" panose="02020603050405020304" pitchFamily="18" charset="0"/>
                          <a:ea typeface="宋体" panose="02010600030101010101" pitchFamily="2" charset="-122"/>
                        </a:rPr>
                      </a:br>
                      <a:r>
                        <a:rPr lang="zh-CN" altLang="en-US" sz="1600">
                          <a:solidFill>
                            <a:srgbClr val="10337F"/>
                          </a:solidFill>
                          <a:uFillTx/>
                          <a:latin typeface="Times New Roman" panose="02020603050405020304" pitchFamily="18" charset="0"/>
                          <a:ea typeface="宋体" panose="02010600030101010101" pitchFamily="2" charset="-122"/>
                        </a:rPr>
                        <a:t>・哪些国家、音乐类型或艺术家表现最好？</a:t>
                      </a:r>
                      <a:br>
                        <a:rPr lang="zh-CN" altLang="en-US" sz="1600">
                          <a:solidFill>
                            <a:srgbClr val="10337F"/>
                          </a:solidFill>
                          <a:uFillTx/>
                          <a:latin typeface="Times New Roman" panose="02020603050405020304" pitchFamily="18" charset="0"/>
                          <a:ea typeface="宋体" panose="02010600030101010101" pitchFamily="2" charset="-122"/>
                        </a:rPr>
                      </a:br>
                      <a:r>
                        <a:rPr lang="zh-CN" altLang="en-US" sz="1600">
                          <a:solidFill>
                            <a:srgbClr val="10337F"/>
                          </a:solidFill>
                          <a:uFillTx/>
                          <a:latin typeface="Times New Roman" panose="02020603050405020304" pitchFamily="18" charset="0"/>
                          <a:ea typeface="宋体" panose="02010600030101010101" pitchFamily="2" charset="-122"/>
                        </a:rPr>
                        <a:t>・不同指标的统计口径是什么？</a:t>
                      </a:r>
                      <a:br>
                        <a:rPr lang="zh-CN" altLang="en-US" sz="1600">
                          <a:solidFill>
                            <a:srgbClr val="10337F"/>
                          </a:solidFill>
                          <a:uFillTx/>
                          <a:latin typeface="Times New Roman" panose="02020603050405020304" pitchFamily="18" charset="0"/>
                          <a:ea typeface="宋体" panose="02010600030101010101" pitchFamily="2" charset="-122"/>
                        </a:rPr>
                      </a:br>
                      <a:br>
                        <a:rPr lang="zh-CN" altLang="en-US" sz="1600">
                          <a:solidFill>
                            <a:srgbClr val="10337F"/>
                          </a:solidFill>
                          <a:uFillTx/>
                          <a:latin typeface="Times New Roman" panose="02020603050405020304" pitchFamily="18" charset="0"/>
                          <a:ea typeface="宋体" panose="02010600030101010101" pitchFamily="2" charset="-122"/>
                        </a:rPr>
                      </a:br>
                      <a:r>
                        <a:rPr lang="zh-CN" altLang="en-US" sz="1600" b="1">
                          <a:solidFill>
                            <a:srgbClr val="10337F"/>
                          </a:solidFill>
                          <a:uFillTx/>
                          <a:latin typeface="Times New Roman" panose="02020603050405020304" pitchFamily="18" charset="0"/>
                          <a:ea typeface="宋体" panose="02010600030101010101" pitchFamily="2" charset="-122"/>
                        </a:rPr>
                        <a:t>主要数据：</a:t>
                      </a:r>
                      <a:br>
                        <a:rPr lang="zh-CN" altLang="en-US" sz="1600">
                          <a:solidFill>
                            <a:srgbClr val="10337F"/>
                          </a:solidFill>
                          <a:uFillTx/>
                          <a:latin typeface="Times New Roman" panose="02020603050405020304" pitchFamily="18" charset="0"/>
                          <a:ea typeface="宋体" panose="02010600030101010101" pitchFamily="2" charset="-122"/>
                        </a:rPr>
                      </a:br>
                      <a:r>
                        <a:rPr lang="en-US" altLang="zh-CN" sz="1600">
                          <a:solidFill>
                            <a:srgbClr val="10337F"/>
                          </a:solidFill>
                          <a:uFillTx/>
                          <a:latin typeface="Times New Roman" panose="02020603050405020304" pitchFamily="18" charset="0"/>
                          <a:ea typeface="宋体" panose="02010600030101010101" pitchFamily="2" charset="-122"/>
                        </a:rPr>
                        <a:t>Chinook </a:t>
                      </a:r>
                      <a:r>
                        <a:rPr lang="zh-CN" altLang="en-US" sz="1600">
                          <a:solidFill>
                            <a:srgbClr val="10337F"/>
                          </a:solidFill>
                          <a:uFillTx/>
                          <a:latin typeface="Times New Roman" panose="02020603050405020304" pitchFamily="18" charset="0"/>
                          <a:ea typeface="宋体" panose="02010600030101010101" pitchFamily="2" charset="-122"/>
                        </a:rPr>
                        <a:t>销售、客户与音乐内容数据</a:t>
                      </a:r>
                      <a:br>
                        <a:rPr lang="zh-CN" altLang="en-US" sz="1600">
                          <a:solidFill>
                            <a:srgbClr val="10337F"/>
                          </a:solidFill>
                          <a:uFillTx/>
                          <a:latin typeface="Times New Roman" panose="02020603050405020304" pitchFamily="18" charset="0"/>
                          <a:ea typeface="宋体" panose="02010600030101010101" pitchFamily="2" charset="-122"/>
                        </a:rPr>
                      </a:br>
                      <a:br>
                        <a:rPr lang="zh-CN" altLang="en-US" sz="1600">
                          <a:solidFill>
                            <a:srgbClr val="10337F"/>
                          </a:solidFill>
                          <a:uFillTx/>
                          <a:latin typeface="Times New Roman" panose="02020603050405020304" pitchFamily="18" charset="0"/>
                          <a:ea typeface="宋体" panose="02010600030101010101" pitchFamily="2" charset="-122"/>
                        </a:rPr>
                      </a:br>
                      <a:r>
                        <a:rPr lang="zh-CN" altLang="en-US" sz="1600" b="1">
                          <a:solidFill>
                            <a:srgbClr val="10337F"/>
                          </a:solidFill>
                          <a:uFillTx/>
                          <a:latin typeface="Times New Roman" panose="02020603050405020304" pitchFamily="18" charset="0"/>
                          <a:ea typeface="宋体" panose="02010600030101010101" pitchFamily="2" charset="-122"/>
                        </a:rPr>
                        <a:t>重点能力：</a:t>
                      </a:r>
                      <a:br>
                        <a:rPr lang="zh-CN" altLang="en-US" sz="1600">
                          <a:solidFill>
                            <a:srgbClr val="10337F"/>
                          </a:solidFill>
                          <a:uFillTx/>
                          <a:latin typeface="Times New Roman" panose="02020603050405020304" pitchFamily="18" charset="0"/>
                          <a:ea typeface="宋体" panose="02010600030101010101" pitchFamily="2" charset="-122"/>
                        </a:rPr>
                      </a:br>
                      <a:r>
                        <a:rPr lang="zh-CN" altLang="en-US" sz="1600">
                          <a:solidFill>
                            <a:srgbClr val="10337F"/>
                          </a:solidFill>
                          <a:uFillTx/>
                          <a:latin typeface="Times New Roman" panose="02020603050405020304" pitchFamily="18" charset="0"/>
                          <a:ea typeface="宋体" panose="02010600030101010101" pitchFamily="2" charset="-122"/>
                        </a:rPr>
                        <a:t>单表</a:t>
                      </a:r>
                      <a:r>
                        <a:rPr lang="en-US" altLang="zh-CN" sz="1600">
                          <a:solidFill>
                            <a:srgbClr val="10337F"/>
                          </a:solidFill>
                          <a:uFillTx/>
                          <a:latin typeface="Times New Roman" panose="02020603050405020304" pitchFamily="18" charset="0"/>
                          <a:ea typeface="宋体" panose="02010600030101010101" pitchFamily="2" charset="-122"/>
                        </a:rPr>
                        <a:t>/</a:t>
                      </a:r>
                      <a:r>
                        <a:rPr lang="zh-CN" altLang="en-US" sz="1600">
                          <a:solidFill>
                            <a:srgbClr val="10337F"/>
                          </a:solidFill>
                          <a:uFillTx/>
                          <a:latin typeface="Times New Roman" panose="02020603050405020304" pitchFamily="18" charset="0"/>
                          <a:ea typeface="宋体" panose="02010600030101010101" pitchFamily="2" charset="-122"/>
                        </a:rPr>
                        <a:t>多表 </a:t>
                      </a:r>
                      <a:r>
                        <a:rPr lang="en-US" altLang="zh-CN" sz="1600">
                          <a:solidFill>
                            <a:srgbClr val="10337F"/>
                          </a:solidFill>
                          <a:uFillTx/>
                          <a:latin typeface="Times New Roman" panose="02020603050405020304" pitchFamily="18" charset="0"/>
                          <a:ea typeface="宋体" panose="02010600030101010101" pitchFamily="2" charset="-122"/>
                        </a:rPr>
                        <a:t>NL2SQL</a:t>
                      </a:r>
                      <a:r>
                        <a:rPr lang="zh-CN" altLang="en-US" sz="1600">
                          <a:solidFill>
                            <a:srgbClr val="10337F"/>
                          </a:solidFill>
                          <a:uFillTx/>
                          <a:latin typeface="Times New Roman" panose="02020603050405020304" pitchFamily="18" charset="0"/>
                          <a:ea typeface="宋体" panose="02010600030101010101" pitchFamily="2" charset="-122"/>
                        </a:rPr>
                        <a:t>、要素提取、主动澄清、</a:t>
                      </a:r>
                      <a:r>
                        <a:rPr lang="en-US" altLang="zh-CN" sz="1600">
                          <a:solidFill>
                            <a:srgbClr val="10337F"/>
                          </a:solidFill>
                          <a:uFillTx/>
                          <a:latin typeface="Times New Roman" panose="02020603050405020304" pitchFamily="18" charset="0"/>
                          <a:ea typeface="宋体" panose="02010600030101010101" pitchFamily="2" charset="-122"/>
                        </a:rPr>
                        <a:t>SQL </a:t>
                      </a:r>
                      <a:r>
                        <a:rPr lang="zh-CN" altLang="en-US" sz="1600">
                          <a:solidFill>
                            <a:srgbClr val="10337F"/>
                          </a:solidFill>
                          <a:uFillTx/>
                          <a:latin typeface="Times New Roman" panose="02020603050405020304" pitchFamily="18" charset="0"/>
                          <a:ea typeface="宋体" panose="02010600030101010101" pitchFamily="2" charset="-122"/>
                        </a:rPr>
                        <a:t>与结果展示</a:t>
                      </a:r>
                      <a:endParaRPr lang="zh-CN" altLang="en-US" sz="1600">
                        <a:solidFill>
                          <a:srgbClr val="10337F"/>
                        </a:solidFill>
                        <a:uFillTx/>
                        <a:latin typeface="Times New Roman" panose="02020603050405020304" pitchFamily="18" charset="0"/>
                        <a:ea typeface="宋体" panose="02010600030101010101" pitchFamily="2" charset="-122"/>
                      </a:endParaRPr>
                    </a:p>
                  </a:txBody>
                  <a:tcPr marL="0" marR="0" marT="0" marB="0" anchor="ctr" anchorCtr="0"/>
                </a:tc>
                <a:tc>
                  <a:txBody>
                    <a:bodyPr/>
                    <a:p>
                      <a:r>
                        <a:rPr lang="zh-CN" altLang="en-US" sz="1600" b="1">
                          <a:solidFill>
                            <a:srgbClr val="10337F"/>
                          </a:solidFill>
                          <a:uFillTx/>
                          <a:latin typeface="Times New Roman" panose="02020603050405020304" pitchFamily="18" charset="0"/>
                          <a:ea typeface="宋体" panose="02010600030101010101" pitchFamily="2" charset="-122"/>
                        </a:rPr>
                        <a:t>典型问题：</a:t>
                      </a:r>
                      <a:br>
                        <a:rPr lang="zh-CN" altLang="en-US" sz="1600">
                          <a:solidFill>
                            <a:srgbClr val="10337F"/>
                          </a:solidFill>
                          <a:uFillTx/>
                          <a:latin typeface="Times New Roman" panose="02020603050405020304" pitchFamily="18" charset="0"/>
                          <a:ea typeface="宋体" panose="02010600030101010101" pitchFamily="2" charset="-122"/>
                        </a:rPr>
                      </a:br>
                      <a:r>
                        <a:rPr lang="zh-CN" altLang="en-US" sz="1600">
                          <a:solidFill>
                            <a:srgbClr val="10337F"/>
                          </a:solidFill>
                          <a:uFillTx/>
                          <a:latin typeface="Times New Roman" panose="02020603050405020304" pitchFamily="18" charset="0"/>
                          <a:ea typeface="宋体" panose="02010600030101010101" pitchFamily="2" charset="-122"/>
                        </a:rPr>
                        <a:t>・哪类音乐销售表现最好？</a:t>
                      </a:r>
                      <a:br>
                        <a:rPr lang="zh-CN" altLang="en-US" sz="1600">
                          <a:solidFill>
                            <a:srgbClr val="10337F"/>
                          </a:solidFill>
                          <a:uFillTx/>
                          <a:latin typeface="Times New Roman" panose="02020603050405020304" pitchFamily="18" charset="0"/>
                          <a:ea typeface="宋体" panose="02010600030101010101" pitchFamily="2" charset="-122"/>
                        </a:rPr>
                      </a:br>
                      <a:r>
                        <a:rPr lang="zh-CN" altLang="en-US" sz="1600">
                          <a:solidFill>
                            <a:srgbClr val="10337F"/>
                          </a:solidFill>
                          <a:uFillTx/>
                          <a:latin typeface="Times New Roman" panose="02020603050405020304" pitchFamily="18" charset="0"/>
                          <a:ea typeface="宋体" panose="02010600030101010101" pitchFamily="2" charset="-122"/>
                        </a:rPr>
                        <a:t>・高销售额与高销量的对象是否一致？</a:t>
                      </a:r>
                      <a:br>
                        <a:rPr lang="zh-CN" altLang="en-US" sz="1600">
                          <a:solidFill>
                            <a:srgbClr val="10337F"/>
                          </a:solidFill>
                          <a:uFillTx/>
                          <a:latin typeface="Times New Roman" panose="02020603050405020304" pitchFamily="18" charset="0"/>
                          <a:ea typeface="宋体" panose="02010600030101010101" pitchFamily="2" charset="-122"/>
                        </a:rPr>
                      </a:br>
                      <a:r>
                        <a:rPr lang="zh-CN" altLang="en-US" sz="1600">
                          <a:solidFill>
                            <a:srgbClr val="10337F"/>
                          </a:solidFill>
                          <a:uFillTx/>
                          <a:latin typeface="Times New Roman" panose="02020603050405020304" pitchFamily="18" charset="0"/>
                          <a:ea typeface="宋体" panose="02010600030101010101" pitchFamily="2" charset="-122"/>
                        </a:rPr>
                        <a:t>・数据库结果对应哪些营销策略或业务规则？</a:t>
                      </a:r>
                      <a:br>
                        <a:rPr lang="zh-CN" altLang="en-US" sz="1600">
                          <a:solidFill>
                            <a:srgbClr val="10337F"/>
                          </a:solidFill>
                          <a:uFillTx/>
                          <a:latin typeface="Times New Roman" panose="02020603050405020304" pitchFamily="18" charset="0"/>
                          <a:ea typeface="宋体" panose="02010600030101010101" pitchFamily="2" charset="-122"/>
                        </a:rPr>
                      </a:br>
                      <a:r>
                        <a:rPr lang="zh-CN" altLang="en-US" sz="1600">
                          <a:solidFill>
                            <a:srgbClr val="10337F"/>
                          </a:solidFill>
                          <a:uFillTx/>
                          <a:latin typeface="Times New Roman" panose="02020603050405020304" pitchFamily="18" charset="0"/>
                          <a:ea typeface="宋体" panose="02010600030101010101" pitchFamily="2" charset="-122"/>
                        </a:rPr>
                        <a:t>・某项经营结论是否有文档依据？</a:t>
                      </a:r>
                      <a:br>
                        <a:rPr lang="zh-CN" altLang="en-US" sz="1600">
                          <a:solidFill>
                            <a:srgbClr val="10337F"/>
                          </a:solidFill>
                          <a:uFillTx/>
                          <a:latin typeface="Times New Roman" panose="02020603050405020304" pitchFamily="18" charset="0"/>
                          <a:ea typeface="宋体" panose="02010600030101010101" pitchFamily="2" charset="-122"/>
                        </a:rPr>
                      </a:br>
                      <a:br>
                        <a:rPr lang="zh-CN" altLang="en-US" sz="1600">
                          <a:solidFill>
                            <a:srgbClr val="10337F"/>
                          </a:solidFill>
                          <a:uFillTx/>
                          <a:latin typeface="Times New Roman" panose="02020603050405020304" pitchFamily="18" charset="0"/>
                          <a:ea typeface="宋体" panose="02010600030101010101" pitchFamily="2" charset="-122"/>
                        </a:rPr>
                      </a:br>
                      <a:r>
                        <a:rPr lang="zh-CN" altLang="en-US" sz="1600" b="1">
                          <a:solidFill>
                            <a:srgbClr val="10337F"/>
                          </a:solidFill>
                          <a:uFillTx/>
                          <a:latin typeface="Times New Roman" panose="02020603050405020304" pitchFamily="18" charset="0"/>
                          <a:ea typeface="宋体" panose="02010600030101010101" pitchFamily="2" charset="-122"/>
                        </a:rPr>
                        <a:t>主要数据：</a:t>
                      </a:r>
                      <a:br>
                        <a:rPr lang="zh-CN" altLang="en-US" sz="1600">
                          <a:solidFill>
                            <a:srgbClr val="10337F"/>
                          </a:solidFill>
                          <a:uFillTx/>
                          <a:latin typeface="Times New Roman" panose="02020603050405020304" pitchFamily="18" charset="0"/>
                          <a:ea typeface="宋体" panose="02010600030101010101" pitchFamily="2" charset="-122"/>
                        </a:rPr>
                      </a:br>
                      <a:r>
                        <a:rPr lang="en-US" altLang="zh-CN" sz="1600">
                          <a:solidFill>
                            <a:srgbClr val="10337F"/>
                          </a:solidFill>
                          <a:uFillTx/>
                          <a:latin typeface="Times New Roman" panose="02020603050405020304" pitchFamily="18" charset="0"/>
                          <a:ea typeface="宋体" panose="02010600030101010101" pitchFamily="2" charset="-122"/>
                        </a:rPr>
                        <a:t>Chinook </a:t>
                      </a:r>
                      <a:r>
                        <a:rPr lang="zh-CN" altLang="en-US" sz="1600">
                          <a:solidFill>
                            <a:srgbClr val="10337F"/>
                          </a:solidFill>
                          <a:uFillTx/>
                          <a:latin typeface="Times New Roman" panose="02020603050405020304" pitchFamily="18" charset="0"/>
                          <a:ea typeface="宋体" panose="02010600030101010101" pitchFamily="2" charset="-122"/>
                        </a:rPr>
                        <a:t>数据库 </a:t>
                      </a:r>
                      <a:r>
                        <a:rPr lang="en-US" altLang="zh-CN" sz="1600">
                          <a:solidFill>
                            <a:srgbClr val="10337F"/>
                          </a:solidFill>
                          <a:uFillTx/>
                          <a:latin typeface="Times New Roman" panose="02020603050405020304" pitchFamily="18" charset="0"/>
                          <a:ea typeface="宋体" panose="02010600030101010101" pitchFamily="2" charset="-122"/>
                        </a:rPr>
                        <a:t>+ </a:t>
                      </a:r>
                      <a:r>
                        <a:rPr lang="zh-CN" altLang="en-US" sz="1600">
                          <a:solidFill>
                            <a:srgbClr val="10337F"/>
                          </a:solidFill>
                          <a:uFillTx/>
                          <a:latin typeface="Times New Roman" panose="02020603050405020304" pitchFamily="18" charset="0"/>
                          <a:ea typeface="宋体" panose="02010600030101010101" pitchFamily="2" charset="-122"/>
                        </a:rPr>
                        <a:t>业务规则、营销复盘与经营分析文档</a:t>
                      </a:r>
                      <a:br>
                        <a:rPr lang="zh-CN" altLang="en-US" sz="1600">
                          <a:solidFill>
                            <a:srgbClr val="10337F"/>
                          </a:solidFill>
                          <a:uFillTx/>
                          <a:latin typeface="Times New Roman" panose="02020603050405020304" pitchFamily="18" charset="0"/>
                          <a:ea typeface="宋体" panose="02010600030101010101" pitchFamily="2" charset="-122"/>
                        </a:rPr>
                      </a:br>
                      <a:br>
                        <a:rPr lang="zh-CN" altLang="en-US" sz="1600">
                          <a:solidFill>
                            <a:srgbClr val="10337F"/>
                          </a:solidFill>
                          <a:uFillTx/>
                          <a:latin typeface="Times New Roman" panose="02020603050405020304" pitchFamily="18" charset="0"/>
                          <a:ea typeface="宋体" panose="02010600030101010101" pitchFamily="2" charset="-122"/>
                        </a:rPr>
                      </a:br>
                      <a:r>
                        <a:rPr lang="zh-CN" altLang="en-US" sz="1600" b="1">
                          <a:solidFill>
                            <a:srgbClr val="10337F"/>
                          </a:solidFill>
                          <a:uFillTx/>
                          <a:latin typeface="Times New Roman" panose="02020603050405020304" pitchFamily="18" charset="0"/>
                          <a:ea typeface="宋体" panose="02010600030101010101" pitchFamily="2" charset="-122"/>
                        </a:rPr>
                        <a:t>重点能力：</a:t>
                      </a:r>
                      <a:br>
                        <a:rPr lang="zh-CN" altLang="en-US" sz="1600">
                          <a:solidFill>
                            <a:srgbClr val="10337F"/>
                          </a:solidFill>
                          <a:uFillTx/>
                          <a:latin typeface="Times New Roman" panose="02020603050405020304" pitchFamily="18" charset="0"/>
                          <a:ea typeface="宋体" panose="02010600030101010101" pitchFamily="2" charset="-122"/>
                        </a:rPr>
                      </a:br>
                      <a:r>
                        <a:rPr lang="zh-CN" altLang="en-US" sz="1600">
                          <a:solidFill>
                            <a:srgbClr val="10337F"/>
                          </a:solidFill>
                          <a:uFillTx/>
                          <a:latin typeface="Times New Roman" panose="02020603050405020304" pitchFamily="18" charset="0"/>
                          <a:ea typeface="宋体" panose="02010600030101010101" pitchFamily="2" charset="-122"/>
                        </a:rPr>
                        <a:t>任务规划、跨源查询、多表关联、文档检索、结果融合与证据解释</a:t>
                      </a:r>
                      <a:endParaRPr lang="zh-CN" altLang="en-US" sz="1600">
                        <a:solidFill>
                          <a:srgbClr val="10337F"/>
                        </a:solidFill>
                        <a:uFillTx/>
                        <a:latin typeface="Times New Roman" panose="02020603050405020304" pitchFamily="18" charset="0"/>
                        <a:ea typeface="宋体" panose="02010600030101010101" pitchFamily="2" charset="-122"/>
                      </a:endParaRPr>
                    </a:p>
                  </a:txBody>
                  <a:tcPr marL="0" marR="0" marT="0" marB="0" anchor="ctr" anchorCtr="0"/>
                </a:tc>
                <a:tc>
                  <a:txBody>
                    <a:bodyPr/>
                    <a:p>
                      <a:r>
                        <a:rPr lang="zh-CN" altLang="en-US" sz="1600" b="1">
                          <a:solidFill>
                            <a:srgbClr val="10337F"/>
                          </a:solidFill>
                          <a:uFillTx/>
                          <a:latin typeface="Times New Roman" panose="02020603050405020304" pitchFamily="18" charset="0"/>
                          <a:ea typeface="宋体" panose="02010600030101010101" pitchFamily="2" charset="-122"/>
                        </a:rPr>
                        <a:t>典型问题：</a:t>
                      </a:r>
                      <a:br>
                        <a:rPr lang="zh-CN" altLang="en-US" sz="1600">
                          <a:solidFill>
                            <a:srgbClr val="10337F"/>
                          </a:solidFill>
                          <a:uFillTx/>
                          <a:latin typeface="Times New Roman" panose="02020603050405020304" pitchFamily="18" charset="0"/>
                          <a:ea typeface="宋体" panose="02010600030101010101" pitchFamily="2" charset="-122"/>
                        </a:rPr>
                      </a:br>
                      <a:r>
                        <a:rPr lang="zh-CN" altLang="en-US" sz="1600">
                          <a:solidFill>
                            <a:srgbClr val="10337F"/>
                          </a:solidFill>
                          <a:uFillTx/>
                          <a:latin typeface="Times New Roman" panose="02020603050405020304" pitchFamily="18" charset="0"/>
                          <a:ea typeface="宋体" panose="02010600030101010101" pitchFamily="2" charset="-122"/>
                        </a:rPr>
                        <a:t>・某张专辑包含哪些曲目？</a:t>
                      </a:r>
                      <a:br>
                        <a:rPr lang="zh-CN" altLang="en-US" sz="1600">
                          <a:solidFill>
                            <a:srgbClr val="10337F"/>
                          </a:solidFill>
                          <a:uFillTx/>
                          <a:latin typeface="Times New Roman" panose="02020603050405020304" pitchFamily="18" charset="0"/>
                          <a:ea typeface="宋体" panose="02010600030101010101" pitchFamily="2" charset="-122"/>
                        </a:rPr>
                      </a:br>
                      <a:r>
                        <a:rPr lang="zh-CN" altLang="en-US" sz="1600">
                          <a:solidFill>
                            <a:srgbClr val="10337F"/>
                          </a:solidFill>
                          <a:uFillTx/>
                          <a:latin typeface="Times New Roman" panose="02020603050405020304" pitchFamily="18" charset="0"/>
                          <a:ea typeface="宋体" panose="02010600030101010101" pitchFamily="2" charset="-122"/>
                        </a:rPr>
                        <a:t>・某类音乐或艺术家有哪些业务信息？</a:t>
                      </a:r>
                      <a:br>
                        <a:rPr lang="zh-CN" altLang="en-US" sz="1600">
                          <a:solidFill>
                            <a:srgbClr val="10337F"/>
                          </a:solidFill>
                          <a:uFillTx/>
                          <a:latin typeface="Times New Roman" panose="02020603050405020304" pitchFamily="18" charset="0"/>
                          <a:ea typeface="宋体" panose="02010600030101010101" pitchFamily="2" charset="-122"/>
                        </a:rPr>
                      </a:br>
                      <a:r>
                        <a:rPr lang="zh-CN" altLang="en-US" sz="1600">
                          <a:solidFill>
                            <a:srgbClr val="10337F"/>
                          </a:solidFill>
                          <a:uFillTx/>
                          <a:latin typeface="Times New Roman" panose="02020603050405020304" pitchFamily="18" charset="0"/>
                          <a:ea typeface="宋体" panose="02010600030101010101" pitchFamily="2" charset="-122"/>
                        </a:rPr>
                        <a:t>・客户咨询应依据哪条业务规则回答？</a:t>
                      </a:r>
                      <a:br>
                        <a:rPr lang="zh-CN" altLang="en-US" sz="1600">
                          <a:solidFill>
                            <a:srgbClr val="10337F"/>
                          </a:solidFill>
                          <a:uFillTx/>
                          <a:latin typeface="Times New Roman" panose="02020603050405020304" pitchFamily="18" charset="0"/>
                          <a:ea typeface="宋体" panose="02010600030101010101" pitchFamily="2" charset="-122"/>
                        </a:rPr>
                      </a:br>
                      <a:br>
                        <a:rPr lang="zh-CN" altLang="en-US" sz="1600">
                          <a:solidFill>
                            <a:srgbClr val="10337F"/>
                          </a:solidFill>
                          <a:uFillTx/>
                          <a:latin typeface="Times New Roman" panose="02020603050405020304" pitchFamily="18" charset="0"/>
                          <a:ea typeface="宋体" panose="02010600030101010101" pitchFamily="2" charset="-122"/>
                        </a:rPr>
                      </a:br>
                      <a:r>
                        <a:rPr lang="zh-CN" altLang="en-US" sz="1600" b="1">
                          <a:solidFill>
                            <a:srgbClr val="10337F"/>
                          </a:solidFill>
                          <a:uFillTx/>
                          <a:latin typeface="Times New Roman" panose="02020603050405020304" pitchFamily="18" charset="0"/>
                          <a:ea typeface="宋体" panose="02010600030101010101" pitchFamily="2" charset="-122"/>
                        </a:rPr>
                        <a:t>主要数据：</a:t>
                      </a:r>
                      <a:br>
                        <a:rPr lang="zh-CN" altLang="en-US" sz="1600">
                          <a:solidFill>
                            <a:srgbClr val="10337F"/>
                          </a:solidFill>
                          <a:uFillTx/>
                          <a:latin typeface="Times New Roman" panose="02020603050405020304" pitchFamily="18" charset="0"/>
                          <a:ea typeface="宋体" panose="02010600030101010101" pitchFamily="2" charset="-122"/>
                        </a:rPr>
                      </a:br>
                      <a:r>
                        <a:rPr lang="zh-CN" altLang="en-US" sz="1600">
                          <a:solidFill>
                            <a:srgbClr val="10337F"/>
                          </a:solidFill>
                          <a:uFillTx/>
                          <a:latin typeface="Times New Roman" panose="02020603050405020304" pitchFamily="18" charset="0"/>
                          <a:ea typeface="宋体" panose="02010600030101010101" pitchFamily="2" charset="-122"/>
                        </a:rPr>
                        <a:t>音乐目录、商品说明、客服 </a:t>
                      </a:r>
                      <a:r>
                        <a:rPr lang="en-US" altLang="zh-CN" sz="1600">
                          <a:solidFill>
                            <a:srgbClr val="10337F"/>
                          </a:solidFill>
                          <a:uFillTx/>
                          <a:latin typeface="Times New Roman" panose="02020603050405020304" pitchFamily="18" charset="0"/>
                          <a:ea typeface="宋体" panose="02010600030101010101" pitchFamily="2" charset="-122"/>
                        </a:rPr>
                        <a:t>FAQ</a:t>
                      </a:r>
                      <a:r>
                        <a:rPr lang="zh-CN" altLang="en-US" sz="1600">
                          <a:solidFill>
                            <a:srgbClr val="10337F"/>
                          </a:solidFill>
                          <a:uFillTx/>
                          <a:latin typeface="Times New Roman" panose="02020603050405020304" pitchFamily="18" charset="0"/>
                          <a:ea typeface="宋体" panose="02010600030101010101" pitchFamily="2" charset="-122"/>
                        </a:rPr>
                        <a:t>、业务规则文档</a:t>
                      </a:r>
                      <a:br>
                        <a:rPr lang="zh-CN" altLang="en-US" sz="1600">
                          <a:solidFill>
                            <a:srgbClr val="10337F"/>
                          </a:solidFill>
                          <a:uFillTx/>
                          <a:latin typeface="Times New Roman" panose="02020603050405020304" pitchFamily="18" charset="0"/>
                          <a:ea typeface="宋体" panose="02010600030101010101" pitchFamily="2" charset="-122"/>
                        </a:rPr>
                      </a:br>
                      <a:br>
                        <a:rPr lang="zh-CN" altLang="en-US" sz="1600">
                          <a:solidFill>
                            <a:srgbClr val="10337F"/>
                          </a:solidFill>
                          <a:uFillTx/>
                          <a:latin typeface="Times New Roman" panose="02020603050405020304" pitchFamily="18" charset="0"/>
                          <a:ea typeface="宋体" panose="02010600030101010101" pitchFamily="2" charset="-122"/>
                        </a:rPr>
                      </a:br>
                      <a:r>
                        <a:rPr lang="zh-CN" altLang="en-US" sz="1600" b="1">
                          <a:solidFill>
                            <a:srgbClr val="10337F"/>
                          </a:solidFill>
                          <a:uFillTx/>
                          <a:latin typeface="Times New Roman" panose="02020603050405020304" pitchFamily="18" charset="0"/>
                          <a:ea typeface="宋体" panose="02010600030101010101" pitchFamily="2" charset="-122"/>
                        </a:rPr>
                        <a:t>重点能力：</a:t>
                      </a:r>
                      <a:br>
                        <a:rPr lang="zh-CN" altLang="en-US" sz="1600">
                          <a:solidFill>
                            <a:srgbClr val="10337F"/>
                          </a:solidFill>
                          <a:uFillTx/>
                          <a:latin typeface="Times New Roman" panose="02020603050405020304" pitchFamily="18" charset="0"/>
                          <a:ea typeface="宋体" panose="02010600030101010101" pitchFamily="2" charset="-122"/>
                        </a:rPr>
                      </a:br>
                      <a:r>
                        <a:rPr lang="en-US" altLang="zh-CN" sz="1600">
                          <a:solidFill>
                            <a:srgbClr val="10337F"/>
                          </a:solidFill>
                          <a:uFillTx/>
                          <a:latin typeface="Times New Roman" panose="02020603050405020304" pitchFamily="18" charset="0"/>
                          <a:ea typeface="宋体" panose="02010600030101010101" pitchFamily="2" charset="-122"/>
                        </a:rPr>
                        <a:t>RAG </a:t>
                      </a:r>
                      <a:r>
                        <a:rPr lang="zh-CN" altLang="en-US" sz="1600">
                          <a:solidFill>
                            <a:srgbClr val="10337F"/>
                          </a:solidFill>
                          <a:uFillTx/>
                          <a:latin typeface="Times New Roman" panose="02020603050405020304" pitchFamily="18" charset="0"/>
                          <a:ea typeface="宋体" panose="02010600030101010101" pitchFamily="2" charset="-122"/>
                        </a:rPr>
                        <a:t>检索、文档解析、引用片段展示、多轮问答</a:t>
                      </a:r>
                      <a:endParaRPr lang="zh-CN" altLang="en-US" sz="1600">
                        <a:solidFill>
                          <a:srgbClr val="10337F"/>
                        </a:solidFill>
                        <a:uFillTx/>
                        <a:latin typeface="Times New Roman" panose="02020603050405020304" pitchFamily="18" charset="0"/>
                        <a:ea typeface="宋体" panose="02010600030101010101" pitchFamily="2" charset="-122"/>
                      </a:endParaRPr>
                    </a:p>
                  </a:txBody>
                  <a:tcPr marL="0" marR="0" marT="0" marB="0" anchor="ctr" anchorCtr="0"/>
                </a:tc>
                <a:tc>
                  <a:txBody>
                    <a:bodyPr/>
                    <a:p>
                      <a:r>
                        <a:rPr lang="zh-CN" altLang="en-US" sz="1600" b="1">
                          <a:solidFill>
                            <a:srgbClr val="10337F"/>
                          </a:solidFill>
                          <a:uFillTx/>
                          <a:latin typeface="Times New Roman" panose="02020603050405020304" pitchFamily="18" charset="0"/>
                          <a:ea typeface="宋体" panose="02010600030101010101" pitchFamily="2" charset="-122"/>
                          <a:sym typeface="+mn-ea"/>
                        </a:rPr>
                        <a:t>典型问题：</a:t>
                      </a:r>
                      <a:endParaRPr lang="zh-CN" altLang="en-US" sz="1600" b="1">
                        <a:solidFill>
                          <a:srgbClr val="10337F"/>
                        </a:solidFill>
                        <a:uFillTx/>
                        <a:latin typeface="Times New Roman" panose="02020603050405020304" pitchFamily="18" charset="0"/>
                        <a:ea typeface="宋体" panose="02010600030101010101" pitchFamily="2" charset="-122"/>
                        <a:sym typeface="+mn-ea"/>
                      </a:endParaRPr>
                    </a:p>
                    <a:p>
                      <a:r>
                        <a:rPr lang="zh-CN" altLang="en-US" sz="1600">
                          <a:solidFill>
                            <a:srgbClr val="10337F"/>
                          </a:solidFill>
                          <a:uFillTx/>
                          <a:latin typeface="Times New Roman" panose="02020603050405020304" pitchFamily="18" charset="0"/>
                          <a:ea typeface="宋体" panose="02010600030101010101" pitchFamily="2" charset="-122"/>
                        </a:rPr>
                        <a:t>・这个指标使用了哪些表和字段？</a:t>
                      </a:r>
                      <a:endParaRPr lang="zh-CN" altLang="en-US" sz="1600">
                        <a:solidFill>
                          <a:srgbClr val="10337F"/>
                        </a:solidFill>
                        <a:uFillTx/>
                        <a:latin typeface="Times New Roman" panose="02020603050405020304" pitchFamily="18" charset="0"/>
                        <a:ea typeface="宋体" panose="02010600030101010101" pitchFamily="2" charset="-122"/>
                      </a:endParaRPr>
                    </a:p>
                    <a:p>
                      <a:r>
                        <a:rPr lang="en-US" altLang="zh-CN" sz="1600">
                          <a:solidFill>
                            <a:srgbClr val="10337F"/>
                          </a:solidFill>
                          <a:uFillTx/>
                          <a:latin typeface="Times New Roman" panose="02020603050405020304" pitchFamily="18" charset="0"/>
                          <a:ea typeface="宋体" panose="02010600030101010101" pitchFamily="2" charset="-122"/>
                        </a:rPr>
                        <a:t>・SQL </a:t>
                      </a:r>
                      <a:r>
                        <a:rPr lang="zh-CN" altLang="en-US" sz="1600">
                          <a:solidFill>
                            <a:srgbClr val="10337F"/>
                          </a:solidFill>
                          <a:uFillTx/>
                          <a:latin typeface="Times New Roman" panose="02020603050405020304" pitchFamily="18" charset="0"/>
                          <a:ea typeface="宋体" panose="02010600030101010101" pitchFamily="2" charset="-122"/>
                        </a:rPr>
                        <a:t>是否存在重复计数或口径错误？</a:t>
                      </a:r>
                      <a:endParaRPr lang="zh-CN" altLang="en-US" sz="1600">
                        <a:solidFill>
                          <a:srgbClr val="10337F"/>
                        </a:solidFill>
                        <a:uFillTx/>
                        <a:latin typeface="Times New Roman" panose="02020603050405020304" pitchFamily="18" charset="0"/>
                        <a:ea typeface="宋体" panose="02010600030101010101" pitchFamily="2" charset="-122"/>
                      </a:endParaRPr>
                    </a:p>
                    <a:p>
                      <a:r>
                        <a:rPr lang="zh-CN" altLang="en-US" sz="1600">
                          <a:solidFill>
                            <a:srgbClr val="10337F"/>
                          </a:solidFill>
                          <a:uFillTx/>
                          <a:latin typeface="Times New Roman" panose="02020603050405020304" pitchFamily="18" charset="0"/>
                          <a:ea typeface="宋体" panose="02010600030101010101" pitchFamily="2" charset="-122"/>
                        </a:rPr>
                        <a:t>・回答引用了哪些文档和执行记录？</a:t>
                      </a:r>
                      <a:endParaRPr lang="zh-CN" altLang="en-US" sz="1600">
                        <a:solidFill>
                          <a:srgbClr val="10337F"/>
                        </a:solidFill>
                        <a:uFillTx/>
                        <a:latin typeface="Times New Roman" panose="02020603050405020304" pitchFamily="18" charset="0"/>
                        <a:ea typeface="宋体" panose="02010600030101010101" pitchFamily="2" charset="-122"/>
                      </a:endParaRPr>
                    </a:p>
                    <a:p>
                      <a:endParaRPr lang="en-US" altLang="zh-CN" sz="1600">
                        <a:solidFill>
                          <a:srgbClr val="10337F"/>
                        </a:solidFill>
                        <a:uFillTx/>
                        <a:latin typeface="Times New Roman" panose="02020603050405020304" pitchFamily="18" charset="0"/>
                        <a:ea typeface="宋体" panose="02010600030101010101" pitchFamily="2" charset="-122"/>
                      </a:endParaRPr>
                    </a:p>
                    <a:p>
                      <a:r>
                        <a:rPr lang="zh-CN" altLang="en-US" sz="1600" b="1">
                          <a:solidFill>
                            <a:srgbClr val="10337F"/>
                          </a:solidFill>
                          <a:uFillTx/>
                          <a:latin typeface="Times New Roman" panose="02020603050405020304" pitchFamily="18" charset="0"/>
                          <a:ea typeface="宋体" panose="02010600030101010101" pitchFamily="2" charset="-122"/>
                        </a:rPr>
                        <a:t>主要数据：</a:t>
                      </a:r>
                      <a:endParaRPr lang="zh-CN" altLang="en-US" sz="1600" b="1">
                        <a:solidFill>
                          <a:srgbClr val="10337F"/>
                        </a:solidFill>
                        <a:uFillTx/>
                        <a:latin typeface="Times New Roman" panose="02020603050405020304" pitchFamily="18" charset="0"/>
                        <a:ea typeface="宋体" panose="02010600030101010101" pitchFamily="2" charset="-122"/>
                      </a:endParaRPr>
                    </a:p>
                    <a:p>
                      <a:r>
                        <a:rPr lang="zh-CN" altLang="en-US" sz="1600">
                          <a:solidFill>
                            <a:srgbClr val="10337F"/>
                          </a:solidFill>
                          <a:uFillTx/>
                          <a:latin typeface="Times New Roman" panose="02020603050405020304" pitchFamily="18" charset="0"/>
                          <a:ea typeface="宋体" panose="02010600030101010101" pitchFamily="2" charset="-122"/>
                        </a:rPr>
                        <a:t>数据库 </a:t>
                      </a:r>
                      <a:r>
                        <a:rPr lang="en-US" altLang="zh-CN" sz="1600">
                          <a:solidFill>
                            <a:srgbClr val="10337F"/>
                          </a:solidFill>
                          <a:uFillTx/>
                          <a:latin typeface="Times New Roman" panose="02020603050405020304" pitchFamily="18" charset="0"/>
                          <a:ea typeface="宋体" panose="02010600030101010101" pitchFamily="2" charset="-122"/>
                        </a:rPr>
                        <a:t>Schema、</a:t>
                      </a:r>
                      <a:r>
                        <a:rPr lang="zh-CN" altLang="en-US" sz="1600">
                          <a:solidFill>
                            <a:srgbClr val="10337F"/>
                          </a:solidFill>
                          <a:uFillTx/>
                          <a:latin typeface="Times New Roman" panose="02020603050405020304" pitchFamily="18" charset="0"/>
                          <a:ea typeface="宋体" panose="02010600030101010101" pitchFamily="2" charset="-122"/>
                        </a:rPr>
                        <a:t>指标词典、查询日志、文档质量报告</a:t>
                      </a:r>
                      <a:endParaRPr lang="zh-CN" altLang="en-US" sz="1600">
                        <a:solidFill>
                          <a:srgbClr val="10337F"/>
                        </a:solidFill>
                        <a:uFillTx/>
                        <a:latin typeface="Times New Roman" panose="02020603050405020304" pitchFamily="18" charset="0"/>
                        <a:ea typeface="宋体" panose="02010600030101010101" pitchFamily="2" charset="-122"/>
                      </a:endParaRPr>
                    </a:p>
                    <a:p>
                      <a:endParaRPr lang="en-US" altLang="zh-CN" sz="1600">
                        <a:solidFill>
                          <a:srgbClr val="10337F"/>
                        </a:solidFill>
                        <a:uFillTx/>
                        <a:latin typeface="Times New Roman" panose="02020603050405020304" pitchFamily="18" charset="0"/>
                        <a:ea typeface="宋体" panose="02010600030101010101" pitchFamily="2" charset="-122"/>
                      </a:endParaRPr>
                    </a:p>
                    <a:p>
                      <a:r>
                        <a:rPr lang="zh-CN" altLang="en-US" sz="1600" b="1">
                          <a:solidFill>
                            <a:srgbClr val="10337F"/>
                          </a:solidFill>
                          <a:uFillTx/>
                          <a:latin typeface="Times New Roman" panose="02020603050405020304" pitchFamily="18" charset="0"/>
                          <a:ea typeface="宋体" panose="02010600030101010101" pitchFamily="2" charset="-122"/>
                        </a:rPr>
                        <a:t>重点能力：</a:t>
                      </a:r>
                      <a:endParaRPr lang="zh-CN" altLang="en-US" sz="1600" b="1">
                        <a:solidFill>
                          <a:srgbClr val="10337F"/>
                        </a:solidFill>
                        <a:uFillTx/>
                        <a:latin typeface="Times New Roman" panose="02020603050405020304" pitchFamily="18" charset="0"/>
                        <a:ea typeface="宋体" panose="02010600030101010101" pitchFamily="2" charset="-122"/>
                      </a:endParaRPr>
                    </a:p>
                    <a:p>
                      <a:r>
                        <a:rPr lang="en-US" altLang="zh-CN" sz="1600">
                          <a:solidFill>
                            <a:srgbClr val="10337F"/>
                          </a:solidFill>
                          <a:uFillTx/>
                          <a:latin typeface="Times New Roman" panose="02020603050405020304" pitchFamily="18" charset="0"/>
                          <a:ea typeface="宋体" panose="02010600030101010101" pitchFamily="2" charset="-122"/>
                        </a:rPr>
                        <a:t>Schema Linking、</a:t>
                      </a:r>
                      <a:r>
                        <a:rPr lang="zh-CN" altLang="en-US" sz="1600">
                          <a:solidFill>
                            <a:srgbClr val="10337F"/>
                          </a:solidFill>
                          <a:uFillTx/>
                          <a:latin typeface="Times New Roman" panose="02020603050405020304" pitchFamily="18" charset="0"/>
                          <a:ea typeface="宋体" panose="02010600030101010101" pitchFamily="2" charset="-122"/>
                        </a:rPr>
                        <a:t>指标校验、</a:t>
                      </a:r>
                      <a:r>
                        <a:rPr lang="en-US" altLang="zh-CN" sz="1600">
                          <a:solidFill>
                            <a:srgbClr val="10337F"/>
                          </a:solidFill>
                          <a:uFillTx/>
                          <a:latin typeface="Times New Roman" panose="02020603050405020304" pitchFamily="18" charset="0"/>
                          <a:ea typeface="宋体" panose="02010600030101010101" pitchFamily="2" charset="-122"/>
                        </a:rPr>
                        <a:t>SQL </a:t>
                      </a:r>
                      <a:r>
                        <a:rPr lang="zh-CN" altLang="en-US" sz="1600">
                          <a:solidFill>
                            <a:srgbClr val="10337F"/>
                          </a:solidFill>
                          <a:uFillTx/>
                          <a:latin typeface="Times New Roman" panose="02020603050405020304" pitchFamily="18" charset="0"/>
                          <a:ea typeface="宋体" panose="02010600030101010101" pitchFamily="2" charset="-122"/>
                        </a:rPr>
                        <a:t>安全检查、来源追踪与审计</a:t>
                      </a:r>
                      <a:endParaRPr lang="zh-CN" altLang="en-US" sz="1600">
                        <a:solidFill>
                          <a:srgbClr val="10337F"/>
                        </a:solidFill>
                        <a:uFillTx/>
                        <a:latin typeface="Times New Roman" panose="02020603050405020304" pitchFamily="18" charset="0"/>
                        <a:ea typeface="宋体" panose="02010600030101010101" pitchFamily="2" charset="-122"/>
                      </a:endParaRPr>
                    </a:p>
                  </a:txBody>
                  <a:tcPr marL="0" marR="0" marT="0" marB="0" anchor="ctr" anchorCtr="0"/>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t>数据集</a:t>
            </a:r>
            <a:r>
              <a:rPr lang="en-US" altLang="zh-CN"/>
              <a:t>+</a:t>
            </a:r>
            <a:r>
              <a:t>测评</a:t>
            </a:r>
            <a:r>
              <a:t>集</a:t>
            </a:r>
          </a:p>
        </p:txBody>
      </p:sp>
      <p:pic>
        <p:nvPicPr>
          <p:cNvPr id="9" name="图片 8"/>
          <p:cNvPicPr>
            <a:picLocks noChangeAspect="1"/>
          </p:cNvPicPr>
          <p:nvPr/>
        </p:nvPicPr>
        <p:blipFill>
          <a:blip r:embed="rId1"/>
          <a:stretch>
            <a:fillRect/>
          </a:stretch>
        </p:blipFill>
        <p:spPr>
          <a:xfrm>
            <a:off x="1010285" y="1538605"/>
            <a:ext cx="10201275" cy="3746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t>做的</a:t>
            </a:r>
            <a:r>
              <a:t>是什么</a:t>
            </a:r>
          </a:p>
        </p:txBody>
      </p:sp>
      <p:graphicFrame>
        <p:nvGraphicFramePr>
          <p:cNvPr id="3" name="表格 2"/>
          <p:cNvGraphicFramePr/>
          <p:nvPr/>
        </p:nvGraphicFramePr>
        <p:xfrm>
          <a:off x="853440" y="1231265"/>
          <a:ext cx="10485120" cy="4535805"/>
        </p:xfrm>
        <a:graphic>
          <a:graphicData uri="http://schemas.openxmlformats.org/drawingml/2006/table">
            <a:tbl>
              <a:tblPr>
                <a:tableStyleId>{BC89EF96-8CEA-46FF-86C4-4CE0E7609802}</a:tableStyleId>
              </a:tblPr>
              <a:tblGrid>
                <a:gridCol w="2621280"/>
                <a:gridCol w="2621280"/>
                <a:gridCol w="2621280"/>
                <a:gridCol w="2621280"/>
              </a:tblGrid>
              <a:tr h="453390">
                <a:tc>
                  <a:txBody>
                    <a:bodyPr/>
                    <a:p>
                      <a:pPr algn="ctr"/>
                      <a:r>
                        <a:rPr lang="zh-CN" altLang="en-US" sz="1200" b="1">
                          <a:solidFill>
                            <a:srgbClr val="10337F"/>
                          </a:solidFill>
                          <a:latin typeface="微软雅黑" panose="020B0503020204020204" pitchFamily="34" charset="-122"/>
                          <a:ea typeface="微软雅黑" panose="020B0503020204020204" pitchFamily="34" charset="-122"/>
                        </a:rPr>
                        <a:t>部分</a:t>
                      </a:r>
                      <a:endParaRPr lang="zh-CN" altLang="en-US" sz="1200" b="1">
                        <a:solidFill>
                          <a:srgbClr val="10337F"/>
                        </a:solidFill>
                        <a:latin typeface="微软雅黑" panose="020B0503020204020204" pitchFamily="34" charset="-122"/>
                        <a:ea typeface="微软雅黑" panose="020B0503020204020204" pitchFamily="34" charset="-122"/>
                      </a:endParaRPr>
                    </a:p>
                  </a:txBody>
                  <a:tcPr marL="0" marR="0" marT="0" marB="0" anchor="ctr" anchorCtr="0"/>
                </a:tc>
                <a:tc>
                  <a:txBody>
                    <a:bodyPr/>
                    <a:p>
                      <a:pPr algn="ctr"/>
                      <a:r>
                        <a:rPr lang="zh-CN" altLang="en-US" sz="1200" b="1">
                          <a:solidFill>
                            <a:srgbClr val="10337F"/>
                          </a:solidFill>
                          <a:latin typeface="微软雅黑" panose="020B0503020204020204" pitchFamily="34" charset="-122"/>
                          <a:ea typeface="微软雅黑" panose="020B0503020204020204" pitchFamily="34" charset="-122"/>
                        </a:rPr>
                        <a:t>它是什么</a:t>
                      </a:r>
                      <a:endParaRPr lang="zh-CN" altLang="en-US" sz="1200" b="1">
                        <a:solidFill>
                          <a:srgbClr val="10337F"/>
                        </a:solidFill>
                        <a:latin typeface="微软雅黑" panose="020B0503020204020204" pitchFamily="34" charset="-122"/>
                        <a:ea typeface="微软雅黑" panose="020B0503020204020204" pitchFamily="34" charset="-122"/>
                      </a:endParaRPr>
                    </a:p>
                  </a:txBody>
                  <a:tcPr marL="0" marR="0" marT="0" marB="0" anchor="ctr" anchorCtr="0"/>
                </a:tc>
                <a:tc>
                  <a:txBody>
                    <a:bodyPr/>
                    <a:p>
                      <a:pPr algn="ctr"/>
                      <a:r>
                        <a:rPr lang="zh-CN" altLang="en-US" sz="1200" b="1">
                          <a:solidFill>
                            <a:srgbClr val="10337F"/>
                          </a:solidFill>
                          <a:latin typeface="微软雅黑" panose="020B0503020204020204" pitchFamily="34" charset="-122"/>
                          <a:ea typeface="微软雅黑" panose="020B0503020204020204" pitchFamily="34" charset="-122"/>
                        </a:rPr>
                        <a:t>负责什么</a:t>
                      </a:r>
                      <a:endParaRPr lang="zh-CN" altLang="en-US" sz="1200" b="1">
                        <a:solidFill>
                          <a:srgbClr val="10337F"/>
                        </a:solidFill>
                        <a:latin typeface="微软雅黑" panose="020B0503020204020204" pitchFamily="34" charset="-122"/>
                        <a:ea typeface="微软雅黑" panose="020B0503020204020204" pitchFamily="34" charset="-122"/>
                      </a:endParaRPr>
                    </a:p>
                  </a:txBody>
                  <a:tcPr marL="0" marR="0" marT="0" marB="0" anchor="ctr" anchorCtr="0"/>
                </a:tc>
                <a:tc>
                  <a:txBody>
                    <a:bodyPr/>
                    <a:p>
                      <a:pPr algn="ctr"/>
                      <a:r>
                        <a:rPr lang="zh-CN" altLang="en-US" sz="1200" b="1">
                          <a:solidFill>
                            <a:srgbClr val="10337F"/>
                          </a:solidFill>
                          <a:latin typeface="微软雅黑" panose="020B0503020204020204" pitchFamily="34" charset="-122"/>
                          <a:ea typeface="微软雅黑" panose="020B0503020204020204" pitchFamily="34" charset="-122"/>
                        </a:rPr>
                        <a:t>是不是核心</a:t>
                      </a:r>
                      <a:endParaRPr lang="zh-CN" altLang="en-US" sz="1200" b="1">
                        <a:solidFill>
                          <a:srgbClr val="10337F"/>
                        </a:solidFill>
                        <a:latin typeface="微软雅黑" panose="020B0503020204020204" pitchFamily="34" charset="-122"/>
                        <a:ea typeface="微软雅黑" panose="020B0503020204020204" pitchFamily="34" charset="-122"/>
                      </a:endParaRPr>
                    </a:p>
                  </a:txBody>
                  <a:tcPr marL="0" marR="0" marT="0" marB="0" anchor="ctr" anchorCtr="0"/>
                </a:tc>
              </a:tr>
              <a:tr h="453390">
                <a:tc>
                  <a:txBody>
                    <a:bodyPr/>
                    <a:p>
                      <a:pPr algn="ctr"/>
                      <a:r>
                        <a:rPr lang="zh-CN" altLang="en-US" sz="1100">
                          <a:solidFill>
                            <a:srgbClr val="10337F"/>
                          </a:solidFill>
                        </a:rPr>
                        <a:t>网页端</a:t>
                      </a:r>
                      <a:endParaRPr lang="zh-CN" altLang="en-US" sz="1100">
                        <a:solidFill>
                          <a:srgbClr val="10337F"/>
                        </a:solidFill>
                      </a:endParaRPr>
                    </a:p>
                  </a:txBody>
                  <a:tcPr marL="0" marR="0" marT="0" marB="0" anchor="ctr" anchorCtr="0"/>
                </a:tc>
                <a:tc>
                  <a:txBody>
                    <a:bodyPr/>
                    <a:p>
                      <a:pPr algn="ctr"/>
                      <a:r>
                        <a:rPr lang="zh-CN" altLang="en-US" sz="1100">
                          <a:solidFill>
                            <a:srgbClr val="10337F"/>
                          </a:solidFill>
                        </a:rPr>
                        <a:t>用户操作界面</a:t>
                      </a:r>
                      <a:endParaRPr lang="zh-CN" altLang="en-US" sz="1100">
                        <a:solidFill>
                          <a:srgbClr val="10337F"/>
                        </a:solidFill>
                      </a:endParaRPr>
                    </a:p>
                  </a:txBody>
                  <a:tcPr marL="0" marR="0" marT="0" marB="0" anchor="ctr" anchorCtr="0"/>
                </a:tc>
                <a:tc>
                  <a:txBody>
                    <a:bodyPr/>
                    <a:p>
                      <a:pPr algn="ctr"/>
                      <a:r>
                        <a:rPr lang="zh-CN" altLang="en-US" sz="1100">
                          <a:solidFill>
                            <a:srgbClr val="10337F"/>
                          </a:solidFill>
                        </a:rPr>
                        <a:t>输入问题、展示结果、展示 </a:t>
                      </a:r>
                      <a:r>
                        <a:rPr lang="en-US" altLang="zh-CN" sz="1100">
                          <a:solidFill>
                            <a:srgbClr val="10337F"/>
                          </a:solidFill>
                        </a:rPr>
                        <a:t>SQL </a:t>
                      </a:r>
                      <a:r>
                        <a:rPr lang="zh-CN" altLang="en-US" sz="1100">
                          <a:solidFill>
                            <a:srgbClr val="10337F"/>
                          </a:solidFill>
                        </a:rPr>
                        <a:t>和证据</a:t>
                      </a:r>
                      <a:endParaRPr lang="zh-CN" altLang="en-US" sz="1100">
                        <a:solidFill>
                          <a:srgbClr val="10337F"/>
                        </a:solidFill>
                      </a:endParaRPr>
                    </a:p>
                  </a:txBody>
                  <a:tcPr marL="0" marR="0" marT="0" marB="0" anchor="ctr" anchorCtr="0"/>
                </a:tc>
                <a:tc>
                  <a:txBody>
                    <a:bodyPr/>
                    <a:p>
                      <a:pPr algn="ctr"/>
                      <a:r>
                        <a:rPr lang="zh-CN" altLang="en-US" sz="1100">
                          <a:solidFill>
                            <a:srgbClr val="10337F"/>
                          </a:solidFill>
                        </a:rPr>
                        <a:t>必须有，但只是表现层</a:t>
                      </a:r>
                      <a:endParaRPr lang="zh-CN" altLang="en-US" sz="1100">
                        <a:solidFill>
                          <a:srgbClr val="10337F"/>
                        </a:solidFill>
                      </a:endParaRPr>
                    </a:p>
                  </a:txBody>
                  <a:tcPr marL="0" marR="0" marT="0" marB="0" anchor="ctr" anchorCtr="0"/>
                </a:tc>
              </a:tr>
              <a:tr h="454025">
                <a:tc>
                  <a:txBody>
                    <a:bodyPr/>
                    <a:p>
                      <a:pPr algn="ctr"/>
                      <a:r>
                        <a:rPr lang="zh-CN" altLang="en-US" sz="1100">
                          <a:solidFill>
                            <a:srgbClr val="10337F"/>
                          </a:solidFill>
                        </a:rPr>
                        <a:t>大模型 </a:t>
                      </a:r>
                      <a:r>
                        <a:rPr lang="en-US" altLang="zh-CN" sz="1100">
                          <a:solidFill>
                            <a:srgbClr val="10337F"/>
                          </a:solidFill>
                        </a:rPr>
                        <a:t>API</a:t>
                      </a:r>
                      <a:endParaRPr lang="en-US" altLang="zh-CN" sz="1100">
                        <a:solidFill>
                          <a:srgbClr val="10337F"/>
                        </a:solidFill>
                      </a:endParaRPr>
                    </a:p>
                  </a:txBody>
                  <a:tcPr marL="0" marR="0" marT="0" marB="0" anchor="ctr" anchorCtr="0"/>
                </a:tc>
                <a:tc>
                  <a:txBody>
                    <a:bodyPr/>
                    <a:p>
                      <a:pPr algn="ctr"/>
                      <a:r>
                        <a:rPr lang="zh-CN" altLang="en-US" sz="1100">
                          <a:solidFill>
                            <a:srgbClr val="10337F"/>
                          </a:solidFill>
                        </a:rPr>
                        <a:t>语言理解和推理引擎</a:t>
                      </a:r>
                      <a:endParaRPr lang="zh-CN" altLang="en-US" sz="1100">
                        <a:solidFill>
                          <a:srgbClr val="10337F"/>
                        </a:solidFill>
                      </a:endParaRPr>
                    </a:p>
                  </a:txBody>
                  <a:tcPr marL="0" marR="0" marT="0" marB="0" anchor="ctr" anchorCtr="0"/>
                </a:tc>
                <a:tc>
                  <a:txBody>
                    <a:bodyPr/>
                    <a:p>
                      <a:pPr algn="ctr"/>
                      <a:r>
                        <a:rPr lang="zh-CN" altLang="en-US" sz="1100">
                          <a:solidFill>
                            <a:srgbClr val="10337F"/>
                          </a:solidFill>
                        </a:rPr>
                        <a:t>理解用户问题、拆分任务、生成回答</a:t>
                      </a:r>
                      <a:endParaRPr lang="zh-CN" altLang="en-US" sz="1100">
                        <a:solidFill>
                          <a:srgbClr val="10337F"/>
                        </a:solidFill>
                      </a:endParaRPr>
                    </a:p>
                  </a:txBody>
                  <a:tcPr marL="0" marR="0" marT="0" marB="0" anchor="ctr" anchorCtr="0"/>
                </a:tc>
                <a:tc>
                  <a:txBody>
                    <a:bodyPr/>
                    <a:p>
                      <a:pPr algn="ctr"/>
                      <a:r>
                        <a:rPr lang="zh-CN" altLang="en-US" sz="1100">
                          <a:solidFill>
                            <a:srgbClr val="10337F"/>
                          </a:solidFill>
                        </a:rPr>
                        <a:t>是底座，但不是我们的全部产品</a:t>
                      </a:r>
                      <a:endParaRPr lang="zh-CN" altLang="en-US" sz="1100">
                        <a:solidFill>
                          <a:srgbClr val="10337F"/>
                        </a:solidFill>
                      </a:endParaRPr>
                    </a:p>
                  </a:txBody>
                  <a:tcPr marL="0" marR="0" marT="0" marB="0" anchor="ctr" anchorCtr="0"/>
                </a:tc>
              </a:tr>
              <a:tr h="453390">
                <a:tc>
                  <a:txBody>
                    <a:bodyPr/>
                    <a:p>
                      <a:pPr algn="ctr"/>
                      <a:r>
                        <a:rPr lang="en-US" altLang="zh-CN" sz="1100">
                          <a:solidFill>
                            <a:srgbClr val="10337F"/>
                          </a:solidFill>
                        </a:rPr>
                        <a:t>Chinook </a:t>
                      </a:r>
                      <a:r>
                        <a:rPr lang="zh-CN" altLang="en-US" sz="1100">
                          <a:solidFill>
                            <a:srgbClr val="10337F"/>
                          </a:solidFill>
                        </a:rPr>
                        <a:t>数据库</a:t>
                      </a:r>
                      <a:endParaRPr lang="zh-CN" altLang="en-US" sz="1100">
                        <a:solidFill>
                          <a:srgbClr val="10337F"/>
                        </a:solidFill>
                      </a:endParaRPr>
                    </a:p>
                  </a:txBody>
                  <a:tcPr marL="0" marR="0" marT="0" marB="0" anchor="ctr" anchorCtr="0"/>
                </a:tc>
                <a:tc>
                  <a:txBody>
                    <a:bodyPr/>
                    <a:p>
                      <a:pPr algn="ctr"/>
                      <a:r>
                        <a:rPr lang="zh-CN" altLang="en-US" sz="1100">
                          <a:solidFill>
                            <a:srgbClr val="10337F"/>
                          </a:solidFill>
                        </a:rPr>
                        <a:t>数字和事实来源</a:t>
                      </a:r>
                      <a:endParaRPr lang="zh-CN" altLang="en-US" sz="1100">
                        <a:solidFill>
                          <a:srgbClr val="10337F"/>
                        </a:solidFill>
                      </a:endParaRPr>
                    </a:p>
                  </a:txBody>
                  <a:tcPr marL="0" marR="0" marT="0" marB="0" anchor="ctr" anchorCtr="0"/>
                </a:tc>
                <a:tc>
                  <a:txBody>
                    <a:bodyPr/>
                    <a:p>
                      <a:pPr algn="ctr"/>
                      <a:r>
                        <a:rPr lang="zh-CN" altLang="en-US" sz="1100">
                          <a:solidFill>
                            <a:srgbClr val="10337F"/>
                          </a:solidFill>
                        </a:rPr>
                        <a:t>提供客户、订单、商品、销售数据</a:t>
                      </a:r>
                      <a:endParaRPr lang="zh-CN" altLang="en-US" sz="1100">
                        <a:solidFill>
                          <a:srgbClr val="10337F"/>
                        </a:solidFill>
                      </a:endParaRPr>
                    </a:p>
                  </a:txBody>
                  <a:tcPr marL="0" marR="0" marT="0" marB="0" anchor="ctr" anchorCtr="0"/>
                </a:tc>
                <a:tc>
                  <a:txBody>
                    <a:bodyPr/>
                    <a:p>
                      <a:pPr algn="ctr"/>
                      <a:r>
                        <a:rPr lang="zh-CN" altLang="en-US" sz="1100">
                          <a:solidFill>
                            <a:srgbClr val="10337F"/>
                          </a:solidFill>
                        </a:rPr>
                        <a:t>是事实来源</a:t>
                      </a:r>
                      <a:endParaRPr lang="zh-CN" altLang="en-US" sz="1100">
                        <a:solidFill>
                          <a:srgbClr val="10337F"/>
                        </a:solidFill>
                      </a:endParaRPr>
                    </a:p>
                  </a:txBody>
                  <a:tcPr marL="0" marR="0" marT="0" marB="0" anchor="ctr" anchorCtr="0"/>
                </a:tc>
              </a:tr>
              <a:tr h="454025">
                <a:tc>
                  <a:txBody>
                    <a:bodyPr/>
                    <a:p>
                      <a:pPr algn="ctr"/>
                      <a:r>
                        <a:rPr lang="en-US" altLang="zh-CN" sz="1100">
                          <a:solidFill>
                            <a:srgbClr val="10337F"/>
                          </a:solidFill>
                        </a:rPr>
                        <a:t>NL2SQL</a:t>
                      </a:r>
                      <a:endParaRPr lang="en-US" altLang="zh-CN" sz="1100">
                        <a:solidFill>
                          <a:srgbClr val="10337F"/>
                        </a:solidFill>
                      </a:endParaRPr>
                    </a:p>
                  </a:txBody>
                  <a:tcPr marL="0" marR="0" marT="0" marB="0" anchor="ctr" anchorCtr="0"/>
                </a:tc>
                <a:tc>
                  <a:txBody>
                    <a:bodyPr/>
                    <a:p>
                      <a:pPr algn="ctr"/>
                      <a:r>
                        <a:rPr lang="zh-CN" altLang="en-US" sz="1100">
                          <a:solidFill>
                            <a:srgbClr val="10337F"/>
                          </a:solidFill>
                        </a:rPr>
                        <a:t>数据库查询工具</a:t>
                      </a:r>
                      <a:endParaRPr lang="zh-CN" altLang="en-US" sz="1100">
                        <a:solidFill>
                          <a:srgbClr val="10337F"/>
                        </a:solidFill>
                      </a:endParaRPr>
                    </a:p>
                  </a:txBody>
                  <a:tcPr marL="0" marR="0" marT="0" marB="0" anchor="ctr" anchorCtr="0"/>
                </a:tc>
                <a:tc>
                  <a:txBody>
                    <a:bodyPr/>
                    <a:p>
                      <a:pPr algn="ctr"/>
                      <a:r>
                        <a:rPr lang="zh-CN" altLang="en-US" sz="1100">
                          <a:solidFill>
                            <a:srgbClr val="10337F"/>
                          </a:solidFill>
                        </a:rPr>
                        <a:t>把自然语言转换成 </a:t>
                      </a:r>
                      <a:r>
                        <a:rPr lang="en-US" altLang="zh-CN" sz="1100">
                          <a:solidFill>
                            <a:srgbClr val="10337F"/>
                          </a:solidFill>
                        </a:rPr>
                        <a:t>SQL</a:t>
                      </a:r>
                      <a:endParaRPr lang="en-US" altLang="zh-CN" sz="1100">
                        <a:solidFill>
                          <a:srgbClr val="10337F"/>
                        </a:solidFill>
                      </a:endParaRPr>
                    </a:p>
                  </a:txBody>
                  <a:tcPr marL="0" marR="0" marT="0" marB="0" anchor="ctr" anchorCtr="0"/>
                </a:tc>
                <a:tc>
                  <a:txBody>
                    <a:bodyPr/>
                    <a:p>
                      <a:pPr algn="ctr"/>
                      <a:r>
                        <a:rPr lang="zh-CN" altLang="en-US" sz="1100">
                          <a:solidFill>
                            <a:srgbClr val="10337F"/>
                          </a:solidFill>
                        </a:rPr>
                        <a:t>是核心能力之一</a:t>
                      </a:r>
                      <a:endParaRPr lang="zh-CN" altLang="en-US" sz="1100">
                        <a:solidFill>
                          <a:srgbClr val="10337F"/>
                        </a:solidFill>
                      </a:endParaRPr>
                    </a:p>
                  </a:txBody>
                  <a:tcPr marL="0" marR="0" marT="0" marB="0" anchor="ctr" anchorCtr="0"/>
                </a:tc>
              </a:tr>
              <a:tr h="453390">
                <a:tc>
                  <a:txBody>
                    <a:bodyPr/>
                    <a:p>
                      <a:pPr algn="ctr"/>
                      <a:r>
                        <a:rPr lang="en-US" altLang="zh-CN" sz="1100">
                          <a:solidFill>
                            <a:srgbClr val="10337F"/>
                          </a:solidFill>
                        </a:rPr>
                        <a:t>RAG</a:t>
                      </a:r>
                      <a:endParaRPr lang="en-US" altLang="zh-CN" sz="1100">
                        <a:solidFill>
                          <a:srgbClr val="10337F"/>
                        </a:solidFill>
                      </a:endParaRPr>
                    </a:p>
                  </a:txBody>
                  <a:tcPr marL="0" marR="0" marT="0" marB="0" anchor="ctr" anchorCtr="0"/>
                </a:tc>
                <a:tc>
                  <a:txBody>
                    <a:bodyPr/>
                    <a:p>
                      <a:pPr algn="ctr"/>
                      <a:r>
                        <a:rPr lang="zh-CN" altLang="en-US" sz="1100">
                          <a:solidFill>
                            <a:srgbClr val="10337F"/>
                          </a:solidFill>
                        </a:rPr>
                        <a:t>文档检索工具</a:t>
                      </a:r>
                      <a:endParaRPr lang="zh-CN" altLang="en-US" sz="1100">
                        <a:solidFill>
                          <a:srgbClr val="10337F"/>
                        </a:solidFill>
                      </a:endParaRPr>
                    </a:p>
                  </a:txBody>
                  <a:tcPr marL="0" marR="0" marT="0" marB="0" anchor="ctr" anchorCtr="0"/>
                </a:tc>
                <a:tc>
                  <a:txBody>
                    <a:bodyPr/>
                    <a:p>
                      <a:pPr algn="ctr"/>
                      <a:r>
                        <a:rPr lang="zh-CN" altLang="en-US" sz="1100">
                          <a:solidFill>
                            <a:srgbClr val="10337F"/>
                          </a:solidFill>
                        </a:rPr>
                        <a:t>从规则、目标、报告中找依据</a:t>
                      </a:r>
                      <a:endParaRPr lang="zh-CN" altLang="en-US" sz="1100">
                        <a:solidFill>
                          <a:srgbClr val="10337F"/>
                        </a:solidFill>
                      </a:endParaRPr>
                    </a:p>
                  </a:txBody>
                  <a:tcPr marL="0" marR="0" marT="0" marB="0" anchor="ctr" anchorCtr="0"/>
                </a:tc>
                <a:tc>
                  <a:txBody>
                    <a:bodyPr/>
                    <a:p>
                      <a:pPr algn="ctr"/>
                      <a:r>
                        <a:rPr lang="zh-CN" altLang="en-US" sz="1100">
                          <a:solidFill>
                            <a:srgbClr val="10337F"/>
                          </a:solidFill>
                        </a:rPr>
                        <a:t>是核心能力之一</a:t>
                      </a:r>
                      <a:endParaRPr lang="zh-CN" altLang="en-US" sz="1100">
                        <a:solidFill>
                          <a:srgbClr val="10337F"/>
                        </a:solidFill>
                      </a:endParaRPr>
                    </a:p>
                  </a:txBody>
                  <a:tcPr marL="0" marR="0" marT="0" marB="0" anchor="ctr" anchorCtr="0"/>
                </a:tc>
              </a:tr>
              <a:tr h="453390">
                <a:tc>
                  <a:txBody>
                    <a:bodyPr/>
                    <a:p>
                      <a:pPr algn="ctr"/>
                      <a:r>
                        <a:rPr lang="en-US" altLang="zh-CN" sz="1100">
                          <a:solidFill>
                            <a:srgbClr val="10337F"/>
                          </a:solidFill>
                        </a:rPr>
                        <a:t>OCR</a:t>
                      </a:r>
                      <a:r>
                        <a:rPr lang="zh-CN" altLang="en-US" sz="1100">
                          <a:solidFill>
                            <a:srgbClr val="10337F"/>
                          </a:solidFill>
                        </a:rPr>
                        <a:t>／文档解析</a:t>
                      </a:r>
                      <a:endParaRPr lang="zh-CN" altLang="en-US" sz="1100">
                        <a:solidFill>
                          <a:srgbClr val="10337F"/>
                        </a:solidFill>
                      </a:endParaRPr>
                    </a:p>
                  </a:txBody>
                  <a:tcPr marL="0" marR="0" marT="0" marB="0" anchor="ctr" anchorCtr="0"/>
                </a:tc>
                <a:tc>
                  <a:txBody>
                    <a:bodyPr/>
                    <a:p>
                      <a:pPr algn="ctr"/>
                      <a:r>
                        <a:rPr lang="zh-CN" altLang="en-US" sz="1100">
                          <a:solidFill>
                            <a:srgbClr val="10337F"/>
                          </a:solidFill>
                        </a:rPr>
                        <a:t>非结构化数据处理工具</a:t>
                      </a:r>
                      <a:endParaRPr lang="zh-CN" altLang="en-US" sz="1100">
                        <a:solidFill>
                          <a:srgbClr val="10337F"/>
                        </a:solidFill>
                      </a:endParaRPr>
                    </a:p>
                  </a:txBody>
                  <a:tcPr marL="0" marR="0" marT="0" marB="0" anchor="ctr" anchorCtr="0"/>
                </a:tc>
                <a:tc>
                  <a:txBody>
                    <a:bodyPr/>
                    <a:p>
                      <a:pPr algn="ctr"/>
                      <a:r>
                        <a:rPr lang="zh-CN" altLang="en-US" sz="1100">
                          <a:solidFill>
                            <a:srgbClr val="10337F"/>
                          </a:solidFill>
                        </a:rPr>
                        <a:t>读取扫描 </a:t>
                      </a:r>
                      <a:r>
                        <a:rPr lang="en-US" altLang="zh-CN" sz="1100">
                          <a:solidFill>
                            <a:srgbClr val="10337F"/>
                          </a:solidFill>
                        </a:rPr>
                        <a:t>PDF</a:t>
                      </a:r>
                      <a:r>
                        <a:rPr lang="zh-CN" altLang="en-US" sz="1100">
                          <a:solidFill>
                            <a:srgbClr val="10337F"/>
                          </a:solidFill>
                        </a:rPr>
                        <a:t>、图片、表格</a:t>
                      </a:r>
                      <a:endParaRPr lang="zh-CN" altLang="en-US" sz="1100">
                        <a:solidFill>
                          <a:srgbClr val="10337F"/>
                        </a:solidFill>
                      </a:endParaRPr>
                    </a:p>
                  </a:txBody>
                  <a:tcPr marL="0" marR="0" marT="0" marB="0" anchor="ctr" anchorCtr="0"/>
                </a:tc>
                <a:tc>
                  <a:txBody>
                    <a:bodyPr/>
                    <a:p>
                      <a:pPr algn="ctr"/>
                      <a:r>
                        <a:rPr lang="zh-CN" altLang="en-US" sz="1100">
                          <a:solidFill>
                            <a:srgbClr val="10337F"/>
                          </a:solidFill>
                        </a:rPr>
                        <a:t>是多模态能力</a:t>
                      </a:r>
                      <a:endParaRPr lang="zh-CN" altLang="en-US" sz="1100">
                        <a:solidFill>
                          <a:srgbClr val="10337F"/>
                        </a:solidFill>
                      </a:endParaRPr>
                    </a:p>
                  </a:txBody>
                  <a:tcPr marL="0" marR="0" marT="0" marB="0" anchor="ctr" anchorCtr="0"/>
                </a:tc>
              </a:tr>
              <a:tr h="907415">
                <a:tc>
                  <a:txBody>
                    <a:bodyPr/>
                    <a:p>
                      <a:pPr algn="ctr"/>
                      <a:r>
                        <a:rPr lang="en-US" altLang="zh-CN" sz="1100">
                          <a:solidFill>
                            <a:srgbClr val="10337F"/>
                          </a:solidFill>
                        </a:rPr>
                        <a:t>Agent </a:t>
                      </a:r>
                      <a:r>
                        <a:rPr lang="zh-CN" altLang="en-US" sz="1100">
                          <a:solidFill>
                            <a:srgbClr val="10337F"/>
                          </a:solidFill>
                        </a:rPr>
                        <a:t>编排层</a:t>
                      </a:r>
                      <a:endParaRPr lang="zh-CN" altLang="en-US" sz="1100">
                        <a:solidFill>
                          <a:srgbClr val="10337F"/>
                        </a:solidFill>
                      </a:endParaRPr>
                    </a:p>
                  </a:txBody>
                  <a:tcPr marL="0" marR="0" marT="0" marB="0" anchor="ctr" anchorCtr="0"/>
                </a:tc>
                <a:tc>
                  <a:txBody>
                    <a:bodyPr/>
                    <a:p>
                      <a:pPr algn="ctr"/>
                      <a:r>
                        <a:rPr lang="zh-CN" altLang="en-US" sz="1100">
                          <a:solidFill>
                            <a:srgbClr val="10337F"/>
                          </a:solidFill>
                        </a:rPr>
                        <a:t>任务调度和决策中枢</a:t>
                      </a:r>
                      <a:endParaRPr lang="zh-CN" altLang="en-US" sz="1100">
                        <a:solidFill>
                          <a:srgbClr val="10337F"/>
                        </a:solidFill>
                      </a:endParaRPr>
                    </a:p>
                  </a:txBody>
                  <a:tcPr marL="0" marR="0" marT="0" marB="0" anchor="ctr" anchorCtr="0"/>
                </a:tc>
                <a:tc>
                  <a:txBody>
                    <a:bodyPr/>
                    <a:p>
                      <a:pPr algn="ctr"/>
                      <a:r>
                        <a:rPr lang="zh-CN" altLang="en-US" sz="1100">
                          <a:solidFill>
                            <a:srgbClr val="10337F"/>
                          </a:solidFill>
                        </a:rPr>
                        <a:t>决定查什么、先查什么、是否澄清、如何合并结果</a:t>
                      </a:r>
                      <a:endParaRPr lang="zh-CN" altLang="en-US" sz="1100">
                        <a:solidFill>
                          <a:srgbClr val="10337F"/>
                        </a:solidFill>
                      </a:endParaRPr>
                    </a:p>
                  </a:txBody>
                  <a:tcPr marL="0" marR="0" marT="0" marB="0" anchor="ctr" anchorCtr="0"/>
                </a:tc>
                <a:tc>
                  <a:txBody>
                    <a:bodyPr/>
                    <a:p>
                      <a:pPr algn="ctr"/>
                      <a:r>
                        <a:rPr lang="zh-CN" altLang="en-US" sz="1100">
                          <a:solidFill>
                            <a:srgbClr val="10337F"/>
                          </a:solidFill>
                        </a:rPr>
                        <a:t>这是产品真正的核心</a:t>
                      </a:r>
                      <a:endParaRPr lang="zh-CN" altLang="en-US" sz="1100">
                        <a:solidFill>
                          <a:srgbClr val="10337F"/>
                        </a:solidFill>
                      </a:endParaRPr>
                    </a:p>
                  </a:txBody>
                  <a:tcPr marL="0" marR="0" marT="0" marB="0" anchor="ctr" anchorCtr="0"/>
                </a:tc>
              </a:tr>
              <a:tr h="453390">
                <a:tc>
                  <a:txBody>
                    <a:bodyPr/>
                    <a:p>
                      <a:pPr algn="ctr"/>
                      <a:r>
                        <a:rPr lang="zh-CN" altLang="en-US" sz="1100">
                          <a:solidFill>
                            <a:srgbClr val="10337F"/>
                          </a:solidFill>
                        </a:rPr>
                        <a:t>可解释输出</a:t>
                      </a:r>
                      <a:endParaRPr lang="zh-CN" altLang="en-US" sz="1100">
                        <a:solidFill>
                          <a:srgbClr val="10337F"/>
                        </a:solidFill>
                      </a:endParaRPr>
                    </a:p>
                  </a:txBody>
                  <a:tcPr marL="0" marR="0" marT="0" marB="0" anchor="ctr" anchorCtr="0"/>
                </a:tc>
                <a:tc>
                  <a:txBody>
                    <a:bodyPr/>
                    <a:p>
                      <a:pPr algn="ctr"/>
                      <a:r>
                        <a:rPr lang="zh-CN" altLang="en-US" sz="1100">
                          <a:solidFill>
                            <a:srgbClr val="10337F"/>
                          </a:solidFill>
                        </a:rPr>
                        <a:t>结果展示机制</a:t>
                      </a:r>
                      <a:endParaRPr lang="zh-CN" altLang="en-US" sz="1100">
                        <a:solidFill>
                          <a:srgbClr val="10337F"/>
                        </a:solidFill>
                      </a:endParaRPr>
                    </a:p>
                  </a:txBody>
                  <a:tcPr marL="0" marR="0" marT="0" marB="0" anchor="ctr" anchorCtr="0"/>
                </a:tc>
                <a:tc>
                  <a:txBody>
                    <a:bodyPr/>
                    <a:p>
                      <a:pPr algn="ctr"/>
                      <a:r>
                        <a:rPr lang="zh-CN" altLang="en-US" sz="1100">
                          <a:solidFill>
                            <a:srgbClr val="10337F"/>
                          </a:solidFill>
                        </a:rPr>
                        <a:t>展示 </a:t>
                      </a:r>
                      <a:r>
                        <a:rPr lang="en-US" altLang="zh-CN" sz="1100">
                          <a:solidFill>
                            <a:srgbClr val="10337F"/>
                          </a:solidFill>
                        </a:rPr>
                        <a:t>SQL</a:t>
                      </a:r>
                      <a:r>
                        <a:rPr lang="zh-CN" altLang="en-US" sz="1100">
                          <a:solidFill>
                            <a:srgbClr val="10337F"/>
                          </a:solidFill>
                        </a:rPr>
                        <a:t>、文档来源、计算过程和口径</a:t>
                      </a:r>
                      <a:endParaRPr lang="zh-CN" altLang="en-US" sz="1100">
                        <a:solidFill>
                          <a:srgbClr val="10337F"/>
                        </a:solidFill>
                      </a:endParaRPr>
                    </a:p>
                  </a:txBody>
                  <a:tcPr marL="0" marR="0" marT="0" marB="0" anchor="ctr" anchorCtr="0"/>
                </a:tc>
                <a:tc>
                  <a:txBody>
                    <a:bodyPr/>
                    <a:p>
                      <a:pPr algn="ctr"/>
                      <a:r>
                        <a:rPr lang="zh-CN" altLang="en-US" sz="1100">
                          <a:solidFill>
                            <a:srgbClr val="10337F"/>
                          </a:solidFill>
                        </a:rPr>
                        <a:t>是比赛得分重点</a:t>
                      </a:r>
                      <a:endParaRPr lang="zh-CN" altLang="en-US" sz="1100">
                        <a:solidFill>
                          <a:srgbClr val="10337F"/>
                        </a:solidFill>
                      </a:endParaRPr>
                    </a:p>
                  </a:txBody>
                  <a:tcPr marL="0" marR="0" marT="0" marB="0" anchor="ctr" anchorCtr="0"/>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t>现阶段</a:t>
            </a:r>
            <a:r>
              <a:t>分工</a:t>
            </a:r>
          </a:p>
        </p:txBody>
      </p:sp>
      <p:sp>
        <p:nvSpPr>
          <p:cNvPr id="9" name="文本框 8"/>
          <p:cNvSpPr txBox="1"/>
          <p:nvPr/>
        </p:nvSpPr>
        <p:spPr>
          <a:xfrm>
            <a:off x="382905" y="1001395"/>
            <a:ext cx="10938510" cy="4799965"/>
          </a:xfrm>
          <a:prstGeom prst="rect">
            <a:avLst/>
          </a:prstGeom>
          <a:noFill/>
        </p:spPr>
        <p:txBody>
          <a:bodyPr wrap="square" rtlCol="0">
            <a:spAutoFit/>
          </a:bodyPr>
          <a:p>
            <a:r>
              <a:rPr lang="en-US" altLang="zh-CN" b="1">
                <a:solidFill>
                  <a:srgbClr val="10337F"/>
                </a:solidFill>
                <a:sym typeface="+mn-ea"/>
              </a:rPr>
              <a:t>A：</a:t>
            </a:r>
            <a:r>
              <a:rPr lang="zh-CN" altLang="en-US" b="1">
                <a:solidFill>
                  <a:srgbClr val="10337F"/>
                </a:solidFill>
                <a:sym typeface="+mn-ea"/>
              </a:rPr>
              <a:t>业务文档、字段口径、数据集、评测题目。</a:t>
            </a:r>
            <a:endParaRPr lang="zh-CN" altLang="en-US" b="1">
              <a:solidFill>
                <a:srgbClr val="10337F"/>
              </a:solidFill>
            </a:endParaRPr>
          </a:p>
          <a:p>
            <a:r>
              <a:rPr lang="en-US" altLang="zh-CN" b="1">
                <a:solidFill>
                  <a:srgbClr val="10337F"/>
                </a:solidFill>
                <a:sym typeface="+mn-ea"/>
              </a:rPr>
              <a:t>B：</a:t>
            </a:r>
            <a:r>
              <a:rPr lang="zh-CN" altLang="en-US" b="1">
                <a:solidFill>
                  <a:srgbClr val="10337F"/>
                </a:solidFill>
                <a:sym typeface="+mn-ea"/>
              </a:rPr>
              <a:t>网页展示、</a:t>
            </a:r>
            <a:r>
              <a:rPr lang="en-US" altLang="zh-CN" b="1">
                <a:solidFill>
                  <a:srgbClr val="10337F"/>
                </a:solidFill>
                <a:sym typeface="+mn-ea"/>
              </a:rPr>
              <a:t>API </a:t>
            </a:r>
            <a:r>
              <a:rPr lang="zh-CN" altLang="en-US" b="1">
                <a:solidFill>
                  <a:srgbClr val="10337F"/>
                </a:solidFill>
                <a:sym typeface="+mn-ea"/>
              </a:rPr>
              <a:t>接口、后续 </a:t>
            </a:r>
            <a:r>
              <a:rPr lang="en-US" altLang="zh-CN" b="1">
                <a:solidFill>
                  <a:srgbClr val="10337F"/>
                </a:solidFill>
                <a:sym typeface="+mn-ea"/>
              </a:rPr>
              <a:t>Agent </a:t>
            </a:r>
            <a:r>
              <a:rPr lang="zh-CN" altLang="en-US" b="1">
                <a:solidFill>
                  <a:srgbClr val="10337F"/>
                </a:solidFill>
                <a:sym typeface="+mn-ea"/>
              </a:rPr>
              <a:t>流程串联。</a:t>
            </a:r>
            <a:endParaRPr lang="zh-CN" altLang="en-US" b="1">
              <a:solidFill>
                <a:srgbClr val="10337F"/>
              </a:solidFill>
            </a:endParaRPr>
          </a:p>
          <a:p>
            <a:r>
              <a:rPr lang="en-US" altLang="zh-CN" b="1">
                <a:solidFill>
                  <a:srgbClr val="10337F"/>
                </a:solidFill>
                <a:sym typeface="+mn-ea"/>
              </a:rPr>
              <a:t>C：Chinook </a:t>
            </a:r>
            <a:r>
              <a:rPr lang="zh-CN" altLang="en-US" b="1">
                <a:solidFill>
                  <a:srgbClr val="10337F"/>
                </a:solidFill>
                <a:sym typeface="+mn-ea"/>
              </a:rPr>
              <a:t>数据库接入、</a:t>
            </a:r>
            <a:r>
              <a:rPr lang="en-US" altLang="zh-CN" b="1">
                <a:solidFill>
                  <a:srgbClr val="10337F"/>
                </a:solidFill>
                <a:sym typeface="+mn-ea"/>
              </a:rPr>
              <a:t>Schema、SQL </a:t>
            </a:r>
            <a:r>
              <a:rPr lang="zh-CN" altLang="en-US" b="1">
                <a:solidFill>
                  <a:srgbClr val="10337F"/>
                </a:solidFill>
                <a:sym typeface="+mn-ea"/>
              </a:rPr>
              <a:t>查询和 </a:t>
            </a:r>
            <a:r>
              <a:rPr lang="en-US" altLang="zh-CN" b="1">
                <a:solidFill>
                  <a:srgbClr val="10337F"/>
                </a:solidFill>
                <a:sym typeface="+mn-ea"/>
              </a:rPr>
              <a:t>NL2SQL。</a:t>
            </a:r>
            <a:endParaRPr lang="zh-CN" altLang="en-US" b="1">
              <a:solidFill>
                <a:srgbClr val="10337F"/>
              </a:solidFill>
            </a:endParaRPr>
          </a:p>
          <a:p>
            <a:endParaRPr lang="zh-CN" altLang="en-US">
              <a:solidFill>
                <a:srgbClr val="10337F"/>
              </a:solidFill>
            </a:endParaRPr>
          </a:p>
          <a:p>
            <a:r>
              <a:rPr lang="zh-CN" altLang="en-US">
                <a:solidFill>
                  <a:srgbClr val="10337F"/>
                </a:solidFill>
              </a:rPr>
              <a:t>前提：确定一个</a:t>
            </a:r>
            <a:r>
              <a:rPr lang="zh-CN" altLang="en-US" b="1">
                <a:solidFill>
                  <a:srgbClr val="C00000"/>
                </a:solidFill>
              </a:rPr>
              <a:t>统一的接口格式</a:t>
            </a:r>
            <a:r>
              <a:rPr lang="zh-CN" altLang="en-US">
                <a:solidFill>
                  <a:srgbClr val="10337F"/>
                </a:solidFill>
              </a:rPr>
              <a:t>（字段口径、3 个核心问题和接口返回格式）</a:t>
            </a:r>
            <a:endParaRPr lang="zh-CN" altLang="en-US">
              <a:solidFill>
                <a:srgbClr val="10337F"/>
              </a:solidFill>
            </a:endParaRPr>
          </a:p>
          <a:p>
            <a:r>
              <a:rPr lang="en-US" altLang="zh-CN">
                <a:solidFill>
                  <a:srgbClr val="10337F"/>
                </a:solidFill>
              </a:rPr>
              <a:t>A </a:t>
            </a:r>
            <a:r>
              <a:rPr lang="zh-CN" altLang="en-US">
                <a:solidFill>
                  <a:srgbClr val="10337F"/>
                </a:solidFill>
              </a:rPr>
              <a:t>先拿到 </a:t>
            </a:r>
            <a:r>
              <a:rPr lang="en-US" altLang="zh-CN">
                <a:solidFill>
                  <a:srgbClr val="10337F"/>
                </a:solidFill>
              </a:rPr>
              <a:t>Chinook </a:t>
            </a:r>
            <a:r>
              <a:rPr lang="zh-CN" altLang="en-US">
                <a:solidFill>
                  <a:srgbClr val="10337F"/>
                </a:solidFill>
              </a:rPr>
              <a:t>的表结构后，整理第一版字段口径，并写 10 道典型问题。</a:t>
            </a:r>
            <a:endParaRPr lang="zh-CN" altLang="en-US">
              <a:solidFill>
                <a:srgbClr val="10337F"/>
              </a:solidFill>
            </a:endParaRPr>
          </a:p>
          <a:p>
            <a:r>
              <a:rPr lang="en-US" altLang="zh-CN">
                <a:solidFill>
                  <a:srgbClr val="10337F"/>
                </a:solidFill>
                <a:sym typeface="+mn-ea"/>
              </a:rPr>
              <a:t>B </a:t>
            </a:r>
            <a:r>
              <a:rPr lang="zh-CN" altLang="en-US">
                <a:solidFill>
                  <a:srgbClr val="10337F"/>
                </a:solidFill>
                <a:sym typeface="+mn-ea"/>
              </a:rPr>
              <a:t>先做一个简单页面，能输入问题，并展示答案、</a:t>
            </a:r>
            <a:r>
              <a:rPr lang="en-US" altLang="zh-CN">
                <a:solidFill>
                  <a:srgbClr val="10337F"/>
                </a:solidFill>
                <a:sym typeface="+mn-ea"/>
              </a:rPr>
              <a:t>SQL、</a:t>
            </a:r>
            <a:r>
              <a:rPr lang="zh-CN" altLang="en-US">
                <a:solidFill>
                  <a:srgbClr val="10337F"/>
                </a:solidFill>
                <a:sym typeface="+mn-ea"/>
              </a:rPr>
              <a:t>查询结果和文档来源。</a:t>
            </a:r>
            <a:endParaRPr lang="zh-CN" altLang="en-US">
              <a:solidFill>
                <a:srgbClr val="10337F"/>
              </a:solidFill>
            </a:endParaRPr>
          </a:p>
          <a:p>
            <a:r>
              <a:rPr lang="en-US" altLang="zh-CN">
                <a:solidFill>
                  <a:srgbClr val="10337F"/>
                </a:solidFill>
              </a:rPr>
              <a:t>C </a:t>
            </a:r>
            <a:r>
              <a:rPr lang="zh-CN" altLang="en-US">
                <a:solidFill>
                  <a:srgbClr val="10337F"/>
                </a:solidFill>
              </a:rPr>
              <a:t>先完成：读取表结构、执行只读 </a:t>
            </a:r>
            <a:r>
              <a:rPr lang="en-US" altLang="zh-CN">
                <a:solidFill>
                  <a:srgbClr val="10337F"/>
                </a:solidFill>
              </a:rPr>
              <a:t>SQL、</a:t>
            </a:r>
            <a:r>
              <a:rPr lang="zh-CN" altLang="en-US">
                <a:solidFill>
                  <a:srgbClr val="10337F"/>
                </a:solidFill>
              </a:rPr>
              <a:t>返回标准格式的查询结果。</a:t>
            </a:r>
            <a:endParaRPr lang="zh-CN" altLang="en-US">
              <a:solidFill>
                <a:srgbClr val="10337F"/>
              </a:solidFill>
            </a:endParaRPr>
          </a:p>
          <a:p>
            <a:endParaRPr lang="zh-CN" altLang="en-US">
              <a:solidFill>
                <a:srgbClr val="10337F"/>
              </a:solidFill>
            </a:endParaRPr>
          </a:p>
          <a:p>
            <a:r>
              <a:rPr lang="zh-CN" altLang="en-US" b="1">
                <a:solidFill>
                  <a:srgbClr val="10337F"/>
                </a:solidFill>
              </a:rPr>
              <a:t>链路：</a:t>
            </a:r>
            <a:r>
              <a:rPr lang="zh-CN" altLang="en-US">
                <a:solidFill>
                  <a:srgbClr val="10337F"/>
                </a:solidFill>
              </a:rPr>
              <a:t>网页</a:t>
            </a:r>
            <a:r>
              <a:rPr lang="en-US" altLang="zh-CN">
                <a:solidFill>
                  <a:srgbClr val="10337F"/>
                </a:solidFill>
              </a:rPr>
              <a:t>→ API→ Agent </a:t>
            </a:r>
            <a:r>
              <a:rPr lang="zh-CN" altLang="en-US">
                <a:solidFill>
                  <a:srgbClr val="10337F"/>
                </a:solidFill>
              </a:rPr>
              <a:t>判断</a:t>
            </a:r>
            <a:r>
              <a:rPr lang="en-US" altLang="zh-CN">
                <a:solidFill>
                  <a:srgbClr val="10337F"/>
                </a:solidFill>
              </a:rPr>
              <a:t>→ SQL </a:t>
            </a:r>
            <a:r>
              <a:rPr lang="zh-CN" altLang="en-US">
                <a:solidFill>
                  <a:srgbClr val="10337F"/>
                </a:solidFill>
              </a:rPr>
              <a:t>或 </a:t>
            </a:r>
            <a:r>
              <a:rPr lang="en-US" altLang="zh-CN">
                <a:solidFill>
                  <a:srgbClr val="10337F"/>
                </a:solidFill>
              </a:rPr>
              <a:t>RAG </a:t>
            </a:r>
            <a:r>
              <a:rPr lang="zh-CN" altLang="en-US">
                <a:solidFill>
                  <a:srgbClr val="10337F"/>
                </a:solidFill>
              </a:rPr>
              <a:t>工具→ 返回答案和证据</a:t>
            </a:r>
            <a:endParaRPr lang="zh-CN" altLang="en-US">
              <a:solidFill>
                <a:srgbClr val="10337F"/>
              </a:solidFill>
            </a:endParaRPr>
          </a:p>
          <a:p>
            <a:endParaRPr lang="zh-CN" altLang="en-US">
              <a:solidFill>
                <a:srgbClr val="10337F"/>
              </a:solidFill>
            </a:endParaRPr>
          </a:p>
          <a:p>
            <a:r>
              <a:rPr lang="zh-CN" altLang="en-US">
                <a:solidFill>
                  <a:srgbClr val="10337F"/>
                </a:solidFill>
              </a:rPr>
              <a:t>三个核心问题可以定成：</a:t>
            </a:r>
            <a:endParaRPr lang="zh-CN" altLang="en-US">
              <a:solidFill>
                <a:srgbClr val="10337F"/>
              </a:solidFill>
            </a:endParaRPr>
          </a:p>
          <a:p>
            <a:r>
              <a:rPr lang="zh-CN" altLang="en-US">
                <a:solidFill>
                  <a:srgbClr val="10337F"/>
                </a:solidFill>
              </a:rPr>
              <a:t>1. “2025 年 </a:t>
            </a:r>
            <a:r>
              <a:rPr lang="en-US" altLang="zh-CN">
                <a:solidFill>
                  <a:srgbClr val="10337F"/>
                </a:solidFill>
              </a:rPr>
              <a:t>Rock </a:t>
            </a:r>
            <a:r>
              <a:rPr lang="zh-CN" altLang="en-US">
                <a:solidFill>
                  <a:srgbClr val="10337F"/>
                </a:solidFill>
              </a:rPr>
              <a:t>音乐销售额是多少？”</a:t>
            </a:r>
            <a:endParaRPr lang="zh-CN" altLang="en-US">
              <a:solidFill>
                <a:srgbClr val="10337F"/>
              </a:solidFill>
            </a:endParaRPr>
          </a:p>
          <a:p>
            <a:r>
              <a:rPr lang="en-US" altLang="zh-CN">
                <a:solidFill>
                  <a:srgbClr val="10337F"/>
                </a:solidFill>
              </a:rPr>
              <a:t>2. “Rock </a:t>
            </a:r>
            <a:r>
              <a:rPr lang="zh-CN" altLang="en-US">
                <a:solidFill>
                  <a:srgbClr val="10337F"/>
                </a:solidFill>
              </a:rPr>
              <a:t>达到第三季度经营目标了吗？”</a:t>
            </a:r>
            <a:endParaRPr lang="zh-CN" altLang="en-US">
              <a:solidFill>
                <a:srgbClr val="10337F"/>
              </a:solidFill>
            </a:endParaRPr>
          </a:p>
          <a:p>
            <a:r>
              <a:rPr lang="zh-CN" altLang="en-US">
                <a:solidFill>
                  <a:srgbClr val="10337F"/>
                </a:solidFill>
              </a:rPr>
              <a:t>3. “销售增长率是多少？”——测试系统是否主动澄清时间范围。</a:t>
            </a:r>
            <a:endParaRPr lang="zh-CN" altLang="en-US">
              <a:solidFill>
                <a:srgbClr val="10337F"/>
              </a:solidFill>
            </a:endParaRPr>
          </a:p>
          <a:p>
            <a:r>
              <a:rPr lang="zh-CN" altLang="en-US">
                <a:solidFill>
                  <a:srgbClr val="10337F"/>
                </a:solidFill>
              </a:rPr>
              <a:t>对应数据库查询、跨源查询和主动澄清。</a:t>
            </a:r>
            <a:endParaRPr lang="zh-CN" altLang="en-US">
              <a:solidFill>
                <a:srgbClr val="10337F"/>
              </a:solidFill>
            </a:endParaRPr>
          </a:p>
          <a:p>
            <a:endParaRPr lang="zh-CN" altLang="en-US">
              <a:solidFill>
                <a:srgbClr val="10337F"/>
              </a:solidFill>
            </a:endParaRPr>
          </a:p>
        </p:txBody>
      </p:sp>
      <p:pic>
        <p:nvPicPr>
          <p:cNvPr id="3" name="图片 2"/>
          <p:cNvPicPr>
            <a:picLocks noChangeAspect="1"/>
          </p:cNvPicPr>
          <p:nvPr/>
        </p:nvPicPr>
        <p:blipFill>
          <a:blip r:embed="rId1"/>
          <a:stretch>
            <a:fillRect/>
          </a:stretch>
        </p:blipFill>
        <p:spPr>
          <a:xfrm>
            <a:off x="6861175" y="3968750"/>
            <a:ext cx="5083810" cy="226631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t>中级任务</a:t>
            </a:r>
          </a:p>
        </p:txBody>
      </p:sp>
      <p:sp>
        <p:nvSpPr>
          <p:cNvPr id="3" name="文本框 2"/>
          <p:cNvSpPr txBox="1"/>
          <p:nvPr/>
        </p:nvSpPr>
        <p:spPr>
          <a:xfrm>
            <a:off x="605155" y="1000125"/>
            <a:ext cx="10928350" cy="5262245"/>
          </a:xfrm>
          <a:prstGeom prst="rect">
            <a:avLst/>
          </a:prstGeom>
          <a:noFill/>
        </p:spPr>
        <p:txBody>
          <a:bodyPr wrap="square" rtlCol="0">
            <a:spAutoFit/>
          </a:bodyPr>
          <a:p>
            <a:r>
              <a:rPr lang="zh-CN" altLang="en-US" sz="2400" b="1">
                <a:solidFill>
                  <a:srgbClr val="10337F"/>
                </a:solidFill>
              </a:rPr>
              <a:t>结构化方向</a:t>
            </a:r>
            <a:endParaRPr lang="zh-CN" altLang="en-US" sz="2400" b="1">
              <a:solidFill>
                <a:srgbClr val="10337F"/>
              </a:solidFill>
            </a:endParaRPr>
          </a:p>
          <a:p>
            <a:r>
              <a:rPr lang="zh-CN" altLang="en-US" b="1">
                <a:solidFill>
                  <a:srgbClr val="10337F"/>
                </a:solidFill>
              </a:rPr>
              <a:t>● 中级任务 1、2：要素识别、问题改写与可扩展提取</a:t>
            </a:r>
            <a:endParaRPr lang="zh-CN" altLang="en-US" b="1">
              <a:solidFill>
                <a:srgbClr val="10337F"/>
              </a:solidFill>
            </a:endParaRPr>
          </a:p>
          <a:p>
            <a:r>
              <a:rPr lang="zh-CN" altLang="en-US">
                <a:solidFill>
                  <a:srgbClr val="10337F"/>
                </a:solidFill>
              </a:rPr>
              <a:t>围绕业务实体、指标、时间和范围，建立配置化的要素识别与标准化机制，支持别名、简称、错别字和口语化表达的识别，并能够低成本扩展新的业务实体类型。</a:t>
            </a:r>
            <a:endParaRPr lang="zh-CN" altLang="en-US">
              <a:solidFill>
                <a:srgbClr val="10337F"/>
              </a:solidFill>
            </a:endParaRPr>
          </a:p>
          <a:p>
            <a:r>
              <a:rPr lang="zh-CN" altLang="en-US" b="1">
                <a:solidFill>
                  <a:srgbClr val="10337F"/>
                </a:solidFill>
              </a:rPr>
              <a:t>● 中级任务 3：智能语义校验与澄清</a:t>
            </a:r>
            <a:endParaRPr lang="zh-CN" altLang="en-US" b="1">
              <a:solidFill>
                <a:srgbClr val="10337F"/>
              </a:solidFill>
            </a:endParaRPr>
          </a:p>
          <a:p>
            <a:r>
              <a:rPr lang="zh-CN" altLang="en-US">
                <a:solidFill>
                  <a:srgbClr val="10337F"/>
                </a:solidFill>
              </a:rPr>
              <a:t>识别用户问题是否缺少时间、指标、范围等关键条件。条件不完整时主动追问，不直接生成错误 </a:t>
            </a:r>
            <a:r>
              <a:rPr lang="en-US" altLang="zh-CN">
                <a:solidFill>
                  <a:srgbClr val="10337F"/>
                </a:solidFill>
              </a:rPr>
              <a:t>SQL。</a:t>
            </a:r>
            <a:endParaRPr lang="en-US" altLang="zh-CN">
              <a:solidFill>
                <a:srgbClr val="10337F"/>
              </a:solidFill>
            </a:endParaRPr>
          </a:p>
          <a:p>
            <a:r>
              <a:rPr lang="zh-CN" altLang="en-US" b="1">
                <a:solidFill>
                  <a:srgbClr val="10337F"/>
                </a:solidFill>
              </a:rPr>
              <a:t>● 中级任务 4：精准表定位（</a:t>
            </a:r>
            <a:r>
              <a:rPr lang="en-US" altLang="zh-CN" b="1">
                <a:solidFill>
                  <a:srgbClr val="10337F"/>
                </a:solidFill>
              </a:rPr>
              <a:t>Schema Linking）</a:t>
            </a:r>
            <a:endParaRPr lang="en-US" altLang="zh-CN" b="1">
              <a:solidFill>
                <a:srgbClr val="10337F"/>
              </a:solidFill>
            </a:endParaRPr>
          </a:p>
          <a:p>
            <a:r>
              <a:rPr lang="zh-CN" altLang="en-US">
                <a:solidFill>
                  <a:srgbClr val="10337F"/>
                </a:solidFill>
              </a:rPr>
              <a:t>根据标准化后的问题，准确定位相关数据表和字段。例如将“</a:t>
            </a:r>
            <a:r>
              <a:rPr lang="en-US" altLang="zh-CN">
                <a:solidFill>
                  <a:srgbClr val="10337F"/>
                </a:solidFill>
              </a:rPr>
              <a:t>Rock </a:t>
            </a:r>
            <a:r>
              <a:rPr lang="zh-CN" altLang="en-US">
                <a:solidFill>
                  <a:srgbClr val="10337F"/>
                </a:solidFill>
              </a:rPr>
              <a:t>销售额”定位到 </a:t>
            </a:r>
            <a:r>
              <a:rPr lang="en-US" altLang="zh-CN">
                <a:solidFill>
                  <a:srgbClr val="10337F"/>
                </a:solidFill>
              </a:rPr>
              <a:t>Genre、Track、InvoiceLine </a:t>
            </a:r>
            <a:r>
              <a:rPr lang="zh-CN" altLang="en-US">
                <a:solidFill>
                  <a:srgbClr val="10337F"/>
                </a:solidFill>
              </a:rPr>
              <a:t>等关联表。</a:t>
            </a:r>
            <a:endParaRPr lang="zh-CN" altLang="en-US">
              <a:solidFill>
                <a:srgbClr val="10337F"/>
              </a:solidFill>
            </a:endParaRPr>
          </a:p>
          <a:p>
            <a:endParaRPr lang="zh-CN" altLang="en-US">
              <a:solidFill>
                <a:srgbClr val="10337F"/>
              </a:solidFill>
            </a:endParaRPr>
          </a:p>
          <a:p>
            <a:r>
              <a:rPr lang="zh-CN" altLang="en-US" b="1">
                <a:solidFill>
                  <a:srgbClr val="10337F"/>
                </a:solidFill>
              </a:rPr>
              <a:t>● 中级任务 5：高质量多表关联 </a:t>
            </a:r>
            <a:r>
              <a:rPr lang="en-US" altLang="zh-CN" b="1">
                <a:solidFill>
                  <a:srgbClr val="10337F"/>
                </a:solidFill>
              </a:rPr>
              <a:t>NL2SQL</a:t>
            </a:r>
            <a:endParaRPr lang="en-US" altLang="zh-CN" b="1">
              <a:solidFill>
                <a:srgbClr val="10337F"/>
              </a:solidFill>
            </a:endParaRPr>
          </a:p>
          <a:p>
            <a:r>
              <a:rPr lang="zh-CN" altLang="en-US">
                <a:solidFill>
                  <a:srgbClr val="10337F"/>
                </a:solidFill>
              </a:rPr>
              <a:t>支持多表 </a:t>
            </a:r>
            <a:r>
              <a:rPr lang="en-US" altLang="zh-CN">
                <a:solidFill>
                  <a:srgbClr val="10337F"/>
                </a:solidFill>
              </a:rPr>
              <a:t>JOIN、</a:t>
            </a:r>
            <a:r>
              <a:rPr lang="zh-CN" altLang="en-US">
                <a:solidFill>
                  <a:srgbClr val="10337F"/>
                </a:solidFill>
              </a:rPr>
              <a:t>时间筛选、聚合、排名和嵌套查询，解决数字音乐商店中的销售、客户和商品分析问题。</a:t>
            </a:r>
            <a:endParaRPr lang="zh-CN" altLang="en-US">
              <a:solidFill>
                <a:srgbClr val="10337F"/>
              </a:solidFill>
            </a:endParaRPr>
          </a:p>
          <a:p>
            <a:r>
              <a:rPr lang="zh-CN" altLang="en-US" sz="2400" b="1">
                <a:solidFill>
                  <a:srgbClr val="10337F"/>
                </a:solidFill>
                <a:highlight>
                  <a:srgbClr val="00FFFF"/>
                </a:highlight>
              </a:rPr>
              <a:t>非结构化方向</a:t>
            </a:r>
            <a:endParaRPr lang="zh-CN" altLang="en-US" sz="2400" b="1">
              <a:solidFill>
                <a:srgbClr val="10337F"/>
              </a:solidFill>
              <a:highlight>
                <a:srgbClr val="00FFFF"/>
              </a:highlight>
            </a:endParaRPr>
          </a:p>
          <a:p>
            <a:r>
              <a:rPr lang="zh-CN" altLang="en-US" b="1">
                <a:solidFill>
                  <a:srgbClr val="10337F"/>
                </a:solidFill>
              </a:rPr>
              <a:t>● 中级任务 6：文档公式识别与计算</a:t>
            </a:r>
            <a:endParaRPr lang="zh-CN" altLang="en-US" b="1">
              <a:solidFill>
                <a:srgbClr val="10337F"/>
              </a:solidFill>
            </a:endParaRPr>
          </a:p>
          <a:p>
            <a:r>
              <a:rPr lang="zh-CN" altLang="en-US">
                <a:solidFill>
                  <a:srgbClr val="10337F"/>
                </a:solidFill>
              </a:rPr>
              <a:t>重点识别经营目标、达成率、增长率等业务公式，并将数据库查询结果代入文档公式进行计算。聚焦经营文档中的公式，不做通用数学公式识别。</a:t>
            </a:r>
            <a:endParaRPr lang="zh-CN" altLang="en-US">
              <a:solidFill>
                <a:srgbClr val="10337F"/>
              </a:solidFill>
            </a:endParaRPr>
          </a:p>
          <a:p>
            <a:r>
              <a:rPr lang="zh-CN" altLang="en-US" b="1">
                <a:solidFill>
                  <a:srgbClr val="10337F"/>
                </a:solidFill>
              </a:rPr>
              <a:t>● 中级任务 9：文档质量综合评估</a:t>
            </a:r>
            <a:endParaRPr lang="zh-CN" altLang="en-US" b="1">
              <a:solidFill>
                <a:srgbClr val="10337F"/>
              </a:solidFill>
            </a:endParaRPr>
          </a:p>
          <a:p>
            <a:r>
              <a:rPr lang="zh-CN" altLang="en-US">
                <a:solidFill>
                  <a:srgbClr val="10337F"/>
                </a:solidFill>
              </a:rPr>
              <a:t>重点检测扫描 </a:t>
            </a:r>
            <a:r>
              <a:rPr lang="en-US" altLang="zh-CN">
                <a:solidFill>
                  <a:srgbClr val="10337F"/>
                </a:solidFill>
              </a:rPr>
              <a:t>PDF </a:t>
            </a:r>
            <a:r>
              <a:rPr lang="zh-CN" altLang="en-US">
                <a:solidFill>
                  <a:srgbClr val="10337F"/>
                </a:solidFill>
              </a:rPr>
              <a:t>和图片中的旋转、模糊、</a:t>
            </a:r>
            <a:r>
              <a:rPr lang="en-US" altLang="zh-CN">
                <a:solidFill>
                  <a:srgbClr val="10337F"/>
                </a:solidFill>
              </a:rPr>
              <a:t>OCR </a:t>
            </a:r>
            <a:r>
              <a:rPr lang="zh-CN" altLang="en-US">
                <a:solidFill>
                  <a:srgbClr val="10337F"/>
                </a:solidFill>
              </a:rPr>
              <a:t>置信度低、错别字等问题，并在文档检索前给出质量提示。</a:t>
            </a:r>
            <a:endParaRPr lang="zh-CN" altLang="en-US">
              <a:solidFill>
                <a:srgbClr val="10337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t>阶段</a:t>
            </a:r>
            <a:r>
              <a:t>任务</a:t>
            </a:r>
          </a:p>
        </p:txBody>
      </p:sp>
      <p:sp>
        <p:nvSpPr>
          <p:cNvPr id="9" name="文本框 8"/>
          <p:cNvSpPr txBox="1"/>
          <p:nvPr/>
        </p:nvSpPr>
        <p:spPr>
          <a:xfrm>
            <a:off x="427355" y="823595"/>
            <a:ext cx="11436350" cy="5539105"/>
          </a:xfrm>
          <a:prstGeom prst="rect">
            <a:avLst/>
          </a:prstGeom>
          <a:noFill/>
        </p:spPr>
        <p:txBody>
          <a:bodyPr wrap="square" rtlCol="0">
            <a:spAutoFit/>
          </a:bodyPr>
          <a:p>
            <a:r>
              <a:rPr lang="zh-CN" altLang="en-US" sz="2400" b="1">
                <a:solidFill>
                  <a:srgbClr val="10337F"/>
                </a:solidFill>
              </a:rPr>
              <a:t>第一阶段：模块实现</a:t>
            </a:r>
            <a:endParaRPr lang="zh-CN" altLang="en-US" sz="2400" b="1">
              <a:solidFill>
                <a:srgbClr val="10337F"/>
              </a:solidFill>
            </a:endParaRPr>
          </a:p>
          <a:p>
            <a:r>
              <a:rPr lang="en-US" altLang="zh-CN">
                <a:solidFill>
                  <a:srgbClr val="10337F"/>
                </a:solidFill>
              </a:rPr>
              <a:t>A：</a:t>
            </a:r>
            <a:r>
              <a:rPr lang="zh-CN" altLang="en-US">
                <a:solidFill>
                  <a:srgbClr val="10337F"/>
                </a:solidFill>
              </a:rPr>
              <a:t>完成业务文档、字段口径、实体别名和第一版评测题。</a:t>
            </a:r>
            <a:endParaRPr lang="zh-CN" altLang="en-US">
              <a:solidFill>
                <a:srgbClr val="10337F"/>
              </a:solidFill>
            </a:endParaRPr>
          </a:p>
          <a:p>
            <a:r>
              <a:rPr lang="en-US" altLang="zh-CN">
                <a:solidFill>
                  <a:srgbClr val="10337F"/>
                </a:solidFill>
              </a:rPr>
              <a:t>B：</a:t>
            </a:r>
            <a:r>
              <a:rPr lang="zh-CN" altLang="en-US">
                <a:solidFill>
                  <a:srgbClr val="10337F"/>
                </a:solidFill>
              </a:rPr>
              <a:t>完成网页基础页面、</a:t>
            </a:r>
            <a:r>
              <a:rPr lang="en-US" altLang="zh-CN">
                <a:solidFill>
                  <a:srgbClr val="10337F"/>
                </a:solidFill>
              </a:rPr>
              <a:t>API </a:t>
            </a:r>
            <a:r>
              <a:rPr lang="zh-CN" altLang="en-US">
                <a:solidFill>
                  <a:srgbClr val="10337F"/>
                </a:solidFill>
              </a:rPr>
              <a:t>接口和统一返回格式，先用模拟数据展示答案、</a:t>
            </a:r>
            <a:r>
              <a:rPr lang="en-US" altLang="zh-CN">
                <a:solidFill>
                  <a:srgbClr val="10337F"/>
                </a:solidFill>
              </a:rPr>
              <a:t>SQL、</a:t>
            </a:r>
            <a:r>
              <a:rPr lang="zh-CN" altLang="en-US">
                <a:solidFill>
                  <a:srgbClr val="10337F"/>
                </a:solidFill>
              </a:rPr>
              <a:t>查询结果和文档来源。</a:t>
            </a:r>
            <a:endParaRPr lang="zh-CN" altLang="en-US">
              <a:solidFill>
                <a:srgbClr val="10337F"/>
              </a:solidFill>
            </a:endParaRPr>
          </a:p>
          <a:p>
            <a:r>
              <a:rPr lang="en-US" altLang="zh-CN">
                <a:solidFill>
                  <a:srgbClr val="10337F"/>
                </a:solidFill>
              </a:rPr>
              <a:t>C：</a:t>
            </a:r>
            <a:r>
              <a:rPr lang="zh-CN" altLang="en-US">
                <a:solidFill>
                  <a:srgbClr val="10337F"/>
                </a:solidFill>
              </a:rPr>
              <a:t>完成 </a:t>
            </a:r>
            <a:r>
              <a:rPr lang="en-US" altLang="zh-CN">
                <a:solidFill>
                  <a:srgbClr val="10337F"/>
                </a:solidFill>
              </a:rPr>
              <a:t>Chinook </a:t>
            </a:r>
            <a:r>
              <a:rPr lang="zh-CN" altLang="en-US">
                <a:solidFill>
                  <a:srgbClr val="10337F"/>
                </a:solidFill>
              </a:rPr>
              <a:t>数据库接入、</a:t>
            </a:r>
            <a:r>
              <a:rPr lang="en-US" altLang="zh-CN">
                <a:solidFill>
                  <a:srgbClr val="10337F"/>
                </a:solidFill>
              </a:rPr>
              <a:t>Schema </a:t>
            </a:r>
            <a:r>
              <a:rPr lang="zh-CN" altLang="en-US">
                <a:solidFill>
                  <a:srgbClr val="10337F"/>
                </a:solidFill>
              </a:rPr>
              <a:t>梳理、只读 </a:t>
            </a:r>
            <a:r>
              <a:rPr lang="en-US" altLang="zh-CN">
                <a:solidFill>
                  <a:srgbClr val="10337F"/>
                </a:solidFill>
              </a:rPr>
              <a:t>SQL </a:t>
            </a:r>
            <a:r>
              <a:rPr lang="zh-CN" altLang="en-US">
                <a:solidFill>
                  <a:srgbClr val="10337F"/>
                </a:solidFill>
              </a:rPr>
              <a:t>查询和基础 </a:t>
            </a:r>
            <a:r>
              <a:rPr lang="en-US" altLang="zh-CN">
                <a:solidFill>
                  <a:srgbClr val="10337F"/>
                </a:solidFill>
              </a:rPr>
              <a:t>NL2SQL。</a:t>
            </a:r>
            <a:endParaRPr lang="en-US" altLang="zh-CN">
              <a:solidFill>
                <a:srgbClr val="10337F"/>
              </a:solidFill>
            </a:endParaRPr>
          </a:p>
          <a:p>
            <a:r>
              <a:rPr lang="zh-CN" altLang="en-US" b="1">
                <a:solidFill>
                  <a:srgbClr val="10337F"/>
                </a:solidFill>
              </a:rPr>
              <a:t>阶段目标：</a:t>
            </a:r>
            <a:r>
              <a:rPr lang="zh-CN" altLang="en-US">
                <a:solidFill>
                  <a:srgbClr val="10337F"/>
                </a:solidFill>
              </a:rPr>
              <a:t>三个模块可以独立运行，为后续联调做好准备。</a:t>
            </a:r>
            <a:endParaRPr lang="zh-CN" altLang="en-US">
              <a:solidFill>
                <a:srgbClr val="10337F"/>
              </a:solidFill>
            </a:endParaRPr>
          </a:p>
          <a:p>
            <a:endParaRPr lang="zh-CN" altLang="en-US">
              <a:solidFill>
                <a:srgbClr val="10337F"/>
              </a:solidFill>
            </a:endParaRPr>
          </a:p>
          <a:p>
            <a:r>
              <a:rPr lang="zh-CN" altLang="en-US" sz="2400" b="1">
                <a:solidFill>
                  <a:srgbClr val="10337F"/>
                </a:solidFill>
              </a:rPr>
              <a:t>第二阶段：联调与产品完成</a:t>
            </a:r>
            <a:endParaRPr lang="zh-CN" altLang="en-US" sz="2400" b="1">
              <a:solidFill>
                <a:srgbClr val="10337F"/>
              </a:solidFill>
            </a:endParaRPr>
          </a:p>
          <a:p>
            <a:r>
              <a:rPr lang="en-US" altLang="zh-CN">
                <a:solidFill>
                  <a:srgbClr val="10337F"/>
                </a:solidFill>
              </a:rPr>
              <a:t>A：</a:t>
            </a:r>
            <a:r>
              <a:rPr lang="zh-CN" altLang="en-US">
                <a:solidFill>
                  <a:srgbClr val="10337F"/>
                </a:solidFill>
              </a:rPr>
              <a:t>补齐业务文档、指标口径和实体别名，准备公式、低质量文档等测试样本，完善评测题与标准答案。</a:t>
            </a:r>
            <a:endParaRPr lang="zh-CN" altLang="en-US">
              <a:solidFill>
                <a:srgbClr val="10337F"/>
              </a:solidFill>
            </a:endParaRPr>
          </a:p>
          <a:p>
            <a:r>
              <a:rPr lang="zh-CN" altLang="en-US">
                <a:solidFill>
                  <a:srgbClr val="10337F"/>
                </a:solidFill>
              </a:rPr>
              <a:t>主攻中级任务 1、2：要素识别、问题改写与可扩展提取</a:t>
            </a:r>
            <a:endParaRPr lang="zh-CN" altLang="en-US">
              <a:solidFill>
                <a:srgbClr val="10337F"/>
              </a:solidFill>
            </a:endParaRPr>
          </a:p>
          <a:p>
            <a:r>
              <a:rPr lang="zh-CN" altLang="en-US">
                <a:solidFill>
                  <a:srgbClr val="10337F"/>
                </a:solidFill>
              </a:rPr>
              <a:t>建立业务实体、指标、时间和范围的配置化识别机制，支持别名、简称、错别字和口语化表达。</a:t>
            </a:r>
            <a:endParaRPr lang="zh-CN" altLang="en-US">
              <a:solidFill>
                <a:srgbClr val="10337F"/>
              </a:solidFill>
            </a:endParaRPr>
          </a:p>
          <a:p>
            <a:r>
              <a:rPr lang="en-US" altLang="zh-CN">
                <a:solidFill>
                  <a:srgbClr val="10337F"/>
                </a:solidFill>
              </a:rPr>
              <a:t>B：</a:t>
            </a:r>
            <a:r>
              <a:rPr lang="zh-CN" altLang="en-US">
                <a:solidFill>
                  <a:srgbClr val="10337F"/>
                </a:solidFill>
              </a:rPr>
              <a:t>完成 </a:t>
            </a:r>
            <a:r>
              <a:rPr lang="en-US" altLang="zh-CN">
                <a:solidFill>
                  <a:srgbClr val="10337F"/>
                </a:solidFill>
              </a:rPr>
              <a:t>RAG </a:t>
            </a:r>
            <a:r>
              <a:rPr lang="zh-CN" altLang="en-US">
                <a:solidFill>
                  <a:srgbClr val="10337F"/>
                </a:solidFill>
              </a:rPr>
              <a:t>检索、</a:t>
            </a:r>
            <a:r>
              <a:rPr lang="en-US" altLang="zh-CN">
                <a:solidFill>
                  <a:srgbClr val="10337F"/>
                </a:solidFill>
              </a:rPr>
              <a:t>Agent </a:t>
            </a:r>
            <a:r>
              <a:rPr lang="zh-CN" altLang="en-US">
                <a:solidFill>
                  <a:srgbClr val="10337F"/>
                </a:solidFill>
              </a:rPr>
              <a:t>流程、主动澄清、跨源问答和多轮交互；负责网页、接口及文档处理能力的联调。</a:t>
            </a:r>
            <a:endParaRPr lang="zh-CN" altLang="en-US">
              <a:solidFill>
                <a:srgbClr val="10337F"/>
              </a:solidFill>
            </a:endParaRPr>
          </a:p>
          <a:p>
            <a:r>
              <a:rPr lang="zh-CN" altLang="en-US">
                <a:solidFill>
                  <a:srgbClr val="10337F"/>
                </a:solidFill>
              </a:rPr>
              <a:t>主攻中级任务 3</a:t>
            </a:r>
            <a:r>
              <a:rPr lang="en-US" altLang="zh-CN">
                <a:solidFill>
                  <a:srgbClr val="10337F"/>
                </a:solidFill>
              </a:rPr>
              <a:t> + </a:t>
            </a:r>
            <a:r>
              <a:rPr lang="zh-CN" altLang="en-US">
                <a:solidFill>
                  <a:srgbClr val="10337F"/>
                </a:solidFill>
              </a:rPr>
              <a:t>6</a:t>
            </a:r>
            <a:r>
              <a:rPr lang="en-US" altLang="zh-CN">
                <a:solidFill>
                  <a:srgbClr val="10337F"/>
                </a:solidFill>
              </a:rPr>
              <a:t> / </a:t>
            </a:r>
            <a:r>
              <a:rPr lang="zh-CN" altLang="en-US">
                <a:solidFill>
                  <a:srgbClr val="10337F"/>
                </a:solidFill>
              </a:rPr>
              <a:t>9：语义澄清、文档公式和文档质量</a:t>
            </a:r>
            <a:endParaRPr lang="zh-CN" altLang="en-US">
              <a:solidFill>
                <a:srgbClr val="10337F"/>
              </a:solidFill>
            </a:endParaRPr>
          </a:p>
          <a:p>
            <a:r>
              <a:rPr lang="zh-CN" altLang="en-US">
                <a:solidFill>
                  <a:srgbClr val="10337F"/>
                </a:solidFill>
              </a:rPr>
              <a:t>实现条件缺失时主动追问；识别经营目标、增长率等公式；检测扫描文档的模糊、旋转和 </a:t>
            </a:r>
            <a:r>
              <a:rPr lang="en-US" altLang="zh-CN">
                <a:solidFill>
                  <a:srgbClr val="10337F"/>
                </a:solidFill>
              </a:rPr>
              <a:t>OCR </a:t>
            </a:r>
            <a:r>
              <a:rPr lang="zh-CN" altLang="en-US">
                <a:solidFill>
                  <a:srgbClr val="10337F"/>
                </a:solidFill>
              </a:rPr>
              <a:t>质量问题。</a:t>
            </a:r>
            <a:endParaRPr lang="zh-CN" altLang="en-US">
              <a:solidFill>
                <a:srgbClr val="10337F"/>
              </a:solidFill>
            </a:endParaRPr>
          </a:p>
          <a:p>
            <a:r>
              <a:rPr lang="en-US" altLang="zh-CN">
                <a:solidFill>
                  <a:srgbClr val="10337F"/>
                </a:solidFill>
              </a:rPr>
              <a:t>C：</a:t>
            </a:r>
            <a:r>
              <a:rPr lang="zh-CN" altLang="en-US">
                <a:solidFill>
                  <a:srgbClr val="10337F"/>
                </a:solidFill>
              </a:rPr>
              <a:t>完善 </a:t>
            </a:r>
            <a:r>
              <a:rPr lang="en-US" altLang="zh-CN">
                <a:solidFill>
                  <a:srgbClr val="10337F"/>
                </a:solidFill>
              </a:rPr>
              <a:t>Chinook </a:t>
            </a:r>
            <a:r>
              <a:rPr lang="zh-CN" altLang="en-US">
                <a:solidFill>
                  <a:srgbClr val="10337F"/>
                </a:solidFill>
              </a:rPr>
              <a:t>数据库接入、</a:t>
            </a:r>
            <a:r>
              <a:rPr lang="en-US" altLang="zh-CN">
                <a:solidFill>
                  <a:srgbClr val="10337F"/>
                </a:solidFill>
              </a:rPr>
              <a:t>Schema </a:t>
            </a:r>
            <a:r>
              <a:rPr lang="zh-CN" altLang="en-US">
                <a:solidFill>
                  <a:srgbClr val="10337F"/>
                </a:solidFill>
              </a:rPr>
              <a:t>梳理、</a:t>
            </a:r>
            <a:r>
              <a:rPr lang="en-US" altLang="zh-CN">
                <a:solidFill>
                  <a:srgbClr val="10337F"/>
                </a:solidFill>
              </a:rPr>
              <a:t>SQL </a:t>
            </a:r>
            <a:r>
              <a:rPr lang="zh-CN" altLang="en-US">
                <a:solidFill>
                  <a:srgbClr val="10337F"/>
                </a:solidFill>
              </a:rPr>
              <a:t>查询、</a:t>
            </a:r>
            <a:r>
              <a:rPr lang="en-US" altLang="zh-CN">
                <a:solidFill>
                  <a:srgbClr val="10337F"/>
                </a:solidFill>
              </a:rPr>
              <a:t>Schema Linking </a:t>
            </a:r>
            <a:r>
              <a:rPr lang="zh-CN" altLang="en-US">
                <a:solidFill>
                  <a:srgbClr val="10337F"/>
                </a:solidFill>
              </a:rPr>
              <a:t>和多表 </a:t>
            </a:r>
            <a:r>
              <a:rPr lang="en-US" altLang="zh-CN">
                <a:solidFill>
                  <a:srgbClr val="10337F"/>
                </a:solidFill>
              </a:rPr>
              <a:t>NL2SQL；</a:t>
            </a:r>
            <a:r>
              <a:rPr lang="zh-CN" altLang="en-US">
                <a:solidFill>
                  <a:srgbClr val="10337F"/>
                </a:solidFill>
              </a:rPr>
              <a:t>负责查询校验与计算工具。</a:t>
            </a:r>
            <a:endParaRPr lang="zh-CN" altLang="en-US">
              <a:solidFill>
                <a:srgbClr val="10337F"/>
              </a:solidFill>
            </a:endParaRPr>
          </a:p>
          <a:p>
            <a:r>
              <a:rPr lang="zh-CN" altLang="en-US">
                <a:solidFill>
                  <a:srgbClr val="10337F"/>
                </a:solidFill>
              </a:rPr>
              <a:t>主攻中级任务 4、5：</a:t>
            </a:r>
            <a:r>
              <a:rPr lang="en-US" altLang="zh-CN">
                <a:solidFill>
                  <a:srgbClr val="10337F"/>
                </a:solidFill>
              </a:rPr>
              <a:t>Schema Linking </a:t>
            </a:r>
            <a:r>
              <a:rPr lang="zh-CN" altLang="en-US">
                <a:solidFill>
                  <a:srgbClr val="10337F"/>
                </a:solidFill>
              </a:rPr>
              <a:t>与多表 </a:t>
            </a:r>
            <a:r>
              <a:rPr lang="en-US" altLang="zh-CN">
                <a:solidFill>
                  <a:srgbClr val="10337F"/>
                </a:solidFill>
              </a:rPr>
              <a:t>NL2SQL</a:t>
            </a:r>
            <a:endParaRPr lang="en-US" altLang="zh-CN">
              <a:solidFill>
                <a:srgbClr val="10337F"/>
              </a:solidFill>
            </a:endParaRPr>
          </a:p>
          <a:p>
            <a:r>
              <a:rPr lang="zh-CN" altLang="en-US">
                <a:solidFill>
                  <a:srgbClr val="10337F"/>
                </a:solidFill>
              </a:rPr>
              <a:t>准确定位相关表和字段，完成多表关联、时间筛选、聚合、排名和嵌套查询。</a:t>
            </a:r>
            <a:endParaRPr lang="zh-CN" altLang="en-US">
              <a:solidFill>
                <a:srgbClr val="10337F"/>
              </a:solidFill>
            </a:endParaRPr>
          </a:p>
          <a:p>
            <a:r>
              <a:rPr lang="zh-CN" altLang="en-US" b="1">
                <a:solidFill>
                  <a:srgbClr val="10337F"/>
                </a:solidFill>
              </a:rPr>
              <a:t>阶段目标：</a:t>
            </a:r>
            <a:r>
              <a:rPr lang="zh-CN" altLang="en-US">
                <a:solidFill>
                  <a:srgbClr val="10337F"/>
                </a:solidFill>
              </a:rPr>
              <a:t>12 号前跑通完整产品链路：</a:t>
            </a:r>
            <a:endParaRPr lang="zh-CN" altLang="en-US">
              <a:solidFill>
                <a:srgbClr val="10337F"/>
              </a:solidFill>
            </a:endParaRPr>
          </a:p>
          <a:p>
            <a:r>
              <a:rPr lang="zh-CN" altLang="en-US">
                <a:solidFill>
                  <a:srgbClr val="10337F"/>
                </a:solidFill>
              </a:rPr>
              <a:t>网页提问</a:t>
            </a:r>
            <a:r>
              <a:rPr lang="en-US" altLang="zh-CN">
                <a:solidFill>
                  <a:srgbClr val="10337F"/>
                </a:solidFill>
              </a:rPr>
              <a:t>→ Agent </a:t>
            </a:r>
            <a:r>
              <a:rPr lang="zh-CN" altLang="en-US">
                <a:solidFill>
                  <a:srgbClr val="10337F"/>
                </a:solidFill>
              </a:rPr>
              <a:t>判断</a:t>
            </a:r>
            <a:r>
              <a:rPr lang="en-US" altLang="zh-CN">
                <a:solidFill>
                  <a:srgbClr val="10337F"/>
                </a:solidFill>
              </a:rPr>
              <a:t>→ SQL </a:t>
            </a:r>
            <a:r>
              <a:rPr lang="zh-CN" altLang="en-US">
                <a:solidFill>
                  <a:srgbClr val="10337F"/>
                </a:solidFill>
              </a:rPr>
              <a:t>或 </a:t>
            </a:r>
            <a:r>
              <a:rPr lang="en-US" altLang="zh-CN">
                <a:solidFill>
                  <a:srgbClr val="10337F"/>
                </a:solidFill>
              </a:rPr>
              <a:t>RAG </a:t>
            </a:r>
            <a:r>
              <a:rPr lang="zh-CN" altLang="en-US">
                <a:solidFill>
                  <a:srgbClr val="10337F"/>
                </a:solidFill>
              </a:rPr>
              <a:t>工具→ 返回答案、</a:t>
            </a:r>
            <a:r>
              <a:rPr lang="en-US" altLang="zh-CN">
                <a:solidFill>
                  <a:srgbClr val="10337F"/>
                </a:solidFill>
              </a:rPr>
              <a:t>SQL、</a:t>
            </a:r>
            <a:r>
              <a:rPr lang="zh-CN" altLang="en-US">
                <a:solidFill>
                  <a:srgbClr val="10337F"/>
                </a:solidFill>
              </a:rPr>
              <a:t>文档来源和计算口径</a:t>
            </a:r>
            <a:endParaRPr lang="zh-CN" altLang="en-US">
              <a:solidFill>
                <a:srgbClr val="10337F"/>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t>场景定义</a:t>
            </a:r>
            <a:r>
              <a:rPr lang="en-US" altLang="zh-CN"/>
              <a:t>2</a:t>
            </a:r>
            <a:endParaRPr lang="en-US" altLang="zh-CN"/>
          </a:p>
        </p:txBody>
      </p:sp>
      <p:sp>
        <p:nvSpPr>
          <p:cNvPr id="4" name="Text Box 3"/>
          <p:cNvSpPr txBox="1"/>
          <p:nvPr/>
        </p:nvSpPr>
        <p:spPr>
          <a:xfrm>
            <a:off x="426085" y="879475"/>
            <a:ext cx="10843895" cy="5290820"/>
          </a:xfrm>
          <a:prstGeom prst="rect">
            <a:avLst/>
          </a:prstGeom>
          <a:noFill/>
        </p:spPr>
        <p:txBody>
          <a:bodyPr wrap="square" rtlCol="0">
            <a:noAutofit/>
          </a:bodyPr>
          <a:p>
            <a:pPr indent="0" algn="l">
              <a:lnSpc>
                <a:spcPct val="125000"/>
              </a:lnSpc>
              <a:spcBef>
                <a:spcPts val="0"/>
              </a:spcBef>
              <a:spcAft>
                <a:spcPts val="0"/>
              </a:spcAft>
              <a:buClrTx/>
              <a:buSzTx/>
              <a:buFont typeface="Wingdings" panose="05000000000000000000" charset="0"/>
              <a:buNone/>
            </a:pPr>
            <a:r>
              <a:rPr lang="zh-CN" altLang="en-US" sz="2000" b="1" dirty="0">
                <a:solidFill>
                  <a:srgbClr val="103380"/>
                </a:solidFill>
                <a:latin typeface="微软雅黑" panose="020B0503020204020204" pitchFamily="34" charset="-122"/>
                <a:ea typeface="微软雅黑" panose="020B0503020204020204" pitchFamily="34" charset="-122"/>
              </a:rPr>
              <a:t>产品</a:t>
            </a:r>
            <a:r>
              <a:rPr lang="zh-CN" altLang="en-US" sz="2000" b="1" dirty="0">
                <a:solidFill>
                  <a:srgbClr val="103380"/>
                </a:solidFill>
                <a:latin typeface="微软雅黑" panose="020B0503020204020204" pitchFamily="34" charset="-122"/>
                <a:ea typeface="微软雅黑" panose="020B0503020204020204" pitchFamily="34" charset="-122"/>
              </a:rPr>
              <a:t>定位：</a:t>
            </a:r>
            <a:r>
              <a:rPr lang="zh-CN" altLang="en-US" sz="2000" dirty="0">
                <a:solidFill>
                  <a:srgbClr val="103380"/>
                </a:solidFill>
                <a:latin typeface="微软雅黑" panose="020B0503020204020204" pitchFamily="34" charset="-122"/>
                <a:ea typeface="微软雅黑" panose="020B0503020204020204" pitchFamily="34" charset="-122"/>
              </a:rPr>
              <a:t>面向机械设计和质量工程的可解释工业图纸问数问答智能体</a:t>
            </a:r>
            <a:endParaRPr lang="zh-CN" altLang="en-US" sz="2000" dirty="0">
              <a:solidFill>
                <a:srgbClr val="103380"/>
              </a:solidFill>
              <a:latin typeface="微软雅黑" panose="020B0503020204020204" pitchFamily="34" charset="-122"/>
              <a:ea typeface="微软雅黑" panose="020B0503020204020204" pitchFamily="34" charset="-122"/>
            </a:endParaRPr>
          </a:p>
          <a:p>
            <a:pPr indent="0" algn="l">
              <a:lnSpc>
                <a:spcPct val="125000"/>
              </a:lnSpc>
              <a:spcBef>
                <a:spcPts val="0"/>
              </a:spcBef>
              <a:spcAft>
                <a:spcPts val="0"/>
              </a:spcAft>
              <a:buClrTx/>
              <a:buSzTx/>
              <a:buFont typeface="Wingdings" panose="05000000000000000000" charset="0"/>
              <a:buNone/>
            </a:pPr>
            <a:r>
              <a:rPr lang="zh-CN" altLang="en-US" sz="2000" dirty="0">
                <a:solidFill>
                  <a:srgbClr val="103380"/>
                </a:solidFill>
                <a:latin typeface="微软雅黑" panose="020B0503020204020204" pitchFamily="34" charset="-122"/>
                <a:ea typeface="微软雅黑" panose="020B0503020204020204" pitchFamily="34" charset="-122"/>
              </a:rPr>
              <a:t>通过自然语言查询零件、图纸、尺寸、公差和标注位置，并返回可回溯的图纸证据。</a:t>
            </a:r>
            <a:endParaRPr lang="zh-CN" altLang="en-US" sz="2000" dirty="0">
              <a:solidFill>
                <a:srgbClr val="103380"/>
              </a:solidFill>
              <a:latin typeface="微软雅黑" panose="020B0503020204020204" pitchFamily="34" charset="-122"/>
              <a:ea typeface="微软雅黑" panose="020B0503020204020204" pitchFamily="34" charset="-122"/>
            </a:endParaRPr>
          </a:p>
          <a:p>
            <a:pPr indent="0" algn="l">
              <a:lnSpc>
                <a:spcPct val="125000"/>
              </a:lnSpc>
              <a:spcBef>
                <a:spcPts val="0"/>
              </a:spcBef>
              <a:spcAft>
                <a:spcPts val="0"/>
              </a:spcAft>
              <a:buClrTx/>
              <a:buSzTx/>
              <a:buFont typeface="Arial" panose="020B0604020202020204" pitchFamily="34" charset="0"/>
              <a:buNone/>
            </a:pPr>
            <a:r>
              <a:rPr lang="zh-CN" altLang="en-US" sz="2000" b="1" dirty="0">
                <a:solidFill>
                  <a:srgbClr val="103380"/>
                </a:solidFill>
                <a:latin typeface="微软雅黑" panose="020B0503020204020204" pitchFamily="34" charset="-122"/>
                <a:ea typeface="微软雅黑" panose="020B0503020204020204" pitchFamily="34" charset="-122"/>
                <a:sym typeface="+mn-ea"/>
              </a:rPr>
              <a:t>选数据库：</a:t>
            </a:r>
            <a:endParaRPr lang="zh-CN" altLang="en-US" sz="2000" b="1" dirty="0">
              <a:solidFill>
                <a:srgbClr val="103380"/>
              </a:solidFill>
              <a:latin typeface="微软雅黑" panose="020B0503020204020204" pitchFamily="34" charset="-122"/>
              <a:ea typeface="微软雅黑" panose="020B0503020204020204" pitchFamily="34" charset="-122"/>
              <a:sym typeface="+mn-ea"/>
            </a:endParaRPr>
          </a:p>
          <a:p>
            <a:pPr marL="342900" indent="-342900" algn="l">
              <a:lnSpc>
                <a:spcPct val="125000"/>
              </a:lnSpc>
              <a:spcBef>
                <a:spcPts val="0"/>
              </a:spcBef>
              <a:spcAft>
                <a:spcPts val="0"/>
              </a:spcAft>
              <a:buClrTx/>
              <a:buSzTx/>
              <a:buFont typeface="Arial" panose="020B0604020202020204" pitchFamily="34" charset="0"/>
              <a:buChar char="•"/>
            </a:pPr>
            <a:r>
              <a:rPr lang="en-US" altLang="zh-CN" sz="2000" dirty="0">
                <a:solidFill>
                  <a:srgbClr val="103380"/>
                </a:solidFill>
                <a:latin typeface="微软雅黑" panose="020B0503020204020204" pitchFamily="34" charset="-122"/>
                <a:ea typeface="微软雅黑" panose="020B0503020204020204" pitchFamily="34" charset="-122"/>
                <a:sym typeface="+mn-ea"/>
              </a:rPr>
              <a:t>CADsy CAD Technical Drawings</a:t>
            </a:r>
            <a:endParaRPr lang="en-US" altLang="zh-CN" sz="2000" dirty="0">
              <a:solidFill>
                <a:srgbClr val="103380"/>
              </a:solidFill>
              <a:latin typeface="微软雅黑" panose="020B0503020204020204" pitchFamily="34" charset="-122"/>
              <a:ea typeface="微软雅黑" panose="020B0503020204020204" pitchFamily="34" charset="-122"/>
              <a:sym typeface="+mn-ea"/>
            </a:endParaRPr>
          </a:p>
          <a:p>
            <a:pPr marL="342900" indent="-342900" algn="l">
              <a:lnSpc>
                <a:spcPct val="125000"/>
              </a:lnSpc>
              <a:spcBef>
                <a:spcPts val="0"/>
              </a:spcBef>
              <a:spcAft>
                <a:spcPts val="0"/>
              </a:spcAft>
              <a:buClrTx/>
              <a:buSzTx/>
              <a:buFont typeface="Arial" panose="020B0604020202020204" pitchFamily="34" charset="0"/>
              <a:buChar char="•"/>
            </a:pPr>
            <a:r>
              <a:rPr lang="zh-CN" altLang="en-US" sz="2000" dirty="0">
                <a:solidFill>
                  <a:srgbClr val="103380"/>
                </a:solidFill>
                <a:latin typeface="微软雅黑" panose="020B0503020204020204" pitchFamily="34" charset="-122"/>
                <a:ea typeface="微软雅黑" panose="020B0503020204020204" pitchFamily="34" charset="-122"/>
                <a:sym typeface="+mn-ea"/>
              </a:rPr>
              <a:t>65 个 </a:t>
            </a:r>
            <a:r>
              <a:rPr lang="en-US" altLang="zh-CN" sz="2000" dirty="0">
                <a:solidFill>
                  <a:srgbClr val="103380"/>
                </a:solidFill>
                <a:latin typeface="微软雅黑" panose="020B0503020204020204" pitchFamily="34" charset="-122"/>
                <a:ea typeface="微软雅黑" panose="020B0503020204020204" pitchFamily="34" charset="-122"/>
                <a:sym typeface="+mn-ea"/>
              </a:rPr>
              <a:t>STEP </a:t>
            </a:r>
            <a:r>
              <a:rPr lang="zh-CN" altLang="en-US" sz="2000" dirty="0">
                <a:solidFill>
                  <a:srgbClr val="103380"/>
                </a:solidFill>
                <a:latin typeface="微软雅黑" panose="020B0503020204020204" pitchFamily="34" charset="-122"/>
                <a:ea typeface="微软雅黑" panose="020B0503020204020204" pitchFamily="34" charset="-122"/>
                <a:sym typeface="+mn-ea"/>
              </a:rPr>
              <a:t>零件模型、130 张 </a:t>
            </a:r>
            <a:r>
              <a:rPr lang="en-US" altLang="zh-CN" sz="2000" dirty="0">
                <a:solidFill>
                  <a:srgbClr val="103380"/>
                </a:solidFill>
                <a:latin typeface="微软雅黑" panose="020B0503020204020204" pitchFamily="34" charset="-122"/>
                <a:ea typeface="微软雅黑" panose="020B0503020204020204" pitchFamily="34" charset="-122"/>
                <a:sym typeface="+mn-ea"/>
              </a:rPr>
              <a:t>ASME/ISO </a:t>
            </a:r>
            <a:r>
              <a:rPr lang="zh-CN" altLang="en-US" sz="2000" dirty="0">
                <a:solidFill>
                  <a:srgbClr val="103380"/>
                </a:solidFill>
                <a:latin typeface="微软雅黑" panose="020B0503020204020204" pitchFamily="34" charset="-122"/>
                <a:ea typeface="微软雅黑" panose="020B0503020204020204" pitchFamily="34" charset="-122"/>
                <a:sym typeface="+mn-ea"/>
              </a:rPr>
              <a:t>图纸、130 份结构化标注文件</a:t>
            </a:r>
            <a:endParaRPr lang="zh-CN" altLang="en-US" sz="2000" dirty="0">
              <a:solidFill>
                <a:srgbClr val="103380"/>
              </a:solidFill>
              <a:latin typeface="微软雅黑" panose="020B0503020204020204" pitchFamily="34" charset="-122"/>
              <a:ea typeface="微软雅黑" panose="020B0503020204020204" pitchFamily="34" charset="-122"/>
              <a:sym typeface="+mn-ea"/>
            </a:endParaRPr>
          </a:p>
          <a:p>
            <a:pPr marL="342900" indent="-342900" algn="l">
              <a:lnSpc>
                <a:spcPct val="125000"/>
              </a:lnSpc>
              <a:spcBef>
                <a:spcPts val="0"/>
              </a:spcBef>
              <a:spcAft>
                <a:spcPts val="0"/>
              </a:spcAft>
              <a:buClrTx/>
              <a:buSzTx/>
              <a:buFont typeface="Arial" panose="020B0604020202020204" pitchFamily="34" charset="0"/>
              <a:buChar char="•"/>
            </a:pPr>
            <a:r>
              <a:rPr lang="zh-CN" altLang="en-US" sz="2000" dirty="0">
                <a:solidFill>
                  <a:srgbClr val="103380"/>
                </a:solidFill>
                <a:latin typeface="微软雅黑" panose="020B0503020204020204" pitchFamily="34" charset="-122"/>
                <a:ea typeface="微软雅黑" panose="020B0503020204020204" pitchFamily="34" charset="-122"/>
                <a:sym typeface="+mn-ea"/>
              </a:rPr>
              <a:t>自建：工业关系数据库</a:t>
            </a:r>
            <a:r>
              <a:rPr lang="en-US" altLang="zh-CN" sz="2000" dirty="0">
                <a:solidFill>
                  <a:srgbClr val="103380"/>
                </a:solidFill>
                <a:latin typeface="微软雅黑" panose="020B0503020204020204" pitchFamily="34" charset="-122"/>
                <a:ea typeface="微软雅黑" panose="020B0503020204020204" pitchFamily="34" charset="-122"/>
                <a:sym typeface="+mn-ea"/>
              </a:rPr>
              <a:t>     </a:t>
            </a:r>
            <a:r>
              <a:rPr lang="zh-CN" altLang="en-US" sz="2000" dirty="0">
                <a:solidFill>
                  <a:srgbClr val="103380"/>
                </a:solidFill>
                <a:latin typeface="微软雅黑" panose="020B0503020204020204" pitchFamily="34" charset="-122"/>
                <a:ea typeface="微软雅黑" panose="020B0503020204020204" pitchFamily="34" charset="-122"/>
                <a:sym typeface="+mn-ea"/>
              </a:rPr>
              <a:t>图纸质量测试集、</a:t>
            </a:r>
            <a:r>
              <a:rPr lang="zh-CN" altLang="en-US" sz="2000" dirty="0">
                <a:solidFill>
                  <a:srgbClr val="103380"/>
                </a:solidFill>
                <a:latin typeface="微软雅黑" panose="020B0503020204020204" pitchFamily="34" charset="-122"/>
                <a:ea typeface="微软雅黑" panose="020B0503020204020204" pitchFamily="34" charset="-122"/>
                <a:sym typeface="+mn-ea"/>
              </a:rPr>
              <a:t>标注标准化数据与问答评测集</a:t>
            </a:r>
            <a:endParaRPr lang="zh-CN" altLang="en-US" sz="2000" dirty="0">
              <a:solidFill>
                <a:srgbClr val="103380"/>
              </a:solidFill>
              <a:latin typeface="微软雅黑" panose="020B0503020204020204" pitchFamily="34" charset="-122"/>
              <a:ea typeface="微软雅黑" panose="020B0503020204020204" pitchFamily="34" charset="-122"/>
              <a:sym typeface="+mn-ea"/>
            </a:endParaRPr>
          </a:p>
          <a:p>
            <a:pPr marL="342900" indent="-342900" algn="l">
              <a:lnSpc>
                <a:spcPct val="125000"/>
              </a:lnSpc>
              <a:spcBef>
                <a:spcPts val="0"/>
              </a:spcBef>
              <a:spcAft>
                <a:spcPts val="0"/>
              </a:spcAft>
              <a:buClrTx/>
              <a:buSzTx/>
              <a:buFont typeface="Arial" panose="020B0604020202020204" pitchFamily="34" charset="0"/>
              <a:buChar char="•"/>
            </a:pPr>
            <a:r>
              <a:rPr lang="zh-CN" altLang="en-US" sz="2000" dirty="0">
                <a:solidFill>
                  <a:srgbClr val="103380"/>
                </a:solidFill>
                <a:latin typeface="微软雅黑" panose="020B0503020204020204" pitchFamily="34" charset="-122"/>
                <a:ea typeface="微软雅黑" panose="020B0503020204020204" pitchFamily="34" charset="-122"/>
                <a:sym typeface="+mn-ea"/>
              </a:rPr>
              <a:t>后续加入模糊、旋转、低清、遮挡等异常图纸</a:t>
            </a:r>
            <a:endParaRPr lang="zh-CN" altLang="en-US" sz="2000" dirty="0">
              <a:solidFill>
                <a:srgbClr val="103380"/>
              </a:solidFill>
              <a:latin typeface="微软雅黑" panose="020B0503020204020204" pitchFamily="34" charset="-122"/>
              <a:ea typeface="微软雅黑" panose="020B0503020204020204" pitchFamily="34" charset="-122"/>
              <a:sym typeface="+mn-ea"/>
            </a:endParaRPr>
          </a:p>
          <a:p>
            <a:pPr marL="342900" indent="-342900" algn="l">
              <a:lnSpc>
                <a:spcPct val="125000"/>
              </a:lnSpc>
              <a:spcBef>
                <a:spcPts val="0"/>
              </a:spcBef>
              <a:spcAft>
                <a:spcPts val="0"/>
              </a:spcAft>
              <a:buClrTx/>
              <a:buSzTx/>
              <a:buFont typeface="Arial" panose="020B0604020202020204" pitchFamily="34" charset="0"/>
              <a:buChar char="•"/>
            </a:pPr>
            <a:r>
              <a:rPr lang="zh-CN" altLang="en-US" sz="2000" dirty="0">
                <a:solidFill>
                  <a:srgbClr val="103380"/>
                </a:solidFill>
                <a:latin typeface="微软雅黑" panose="020B0503020204020204" pitchFamily="34" charset="-122"/>
                <a:ea typeface="微软雅黑" panose="020B0503020204020204" pitchFamily="34" charset="-122"/>
                <a:sym typeface="+mn-ea"/>
              </a:rPr>
              <a:t>用自然语言快速定位零件和图纸，查询尺寸、公差、形位标注及所在视图，返回原图高亮位置和结构化数据来源，支持 </a:t>
            </a:r>
            <a:r>
              <a:rPr lang="en-US" altLang="zh-CN" sz="2000" dirty="0">
                <a:solidFill>
                  <a:srgbClr val="103380"/>
                </a:solidFill>
                <a:latin typeface="微软雅黑" panose="020B0503020204020204" pitchFamily="34" charset="-122"/>
                <a:ea typeface="微软雅黑" panose="020B0503020204020204" pitchFamily="34" charset="-122"/>
                <a:sym typeface="+mn-ea"/>
              </a:rPr>
              <a:t>ASME/ISO </a:t>
            </a:r>
            <a:r>
              <a:rPr lang="zh-CN" altLang="en-US" sz="2000" dirty="0">
                <a:solidFill>
                  <a:srgbClr val="103380"/>
                </a:solidFill>
                <a:latin typeface="微软雅黑" panose="020B0503020204020204" pitchFamily="34" charset="-122"/>
                <a:ea typeface="微软雅黑" panose="020B0503020204020204" pitchFamily="34" charset="-122"/>
                <a:sym typeface="+mn-ea"/>
              </a:rPr>
              <a:t>图纸对比，对识别不确定、数据不一致的内容提示人工复核</a:t>
            </a:r>
            <a:endParaRPr lang="zh-CN" altLang="en-US" sz="2000" dirty="0">
              <a:solidFill>
                <a:srgbClr val="103380"/>
              </a:solidFill>
              <a:latin typeface="微软雅黑" panose="020B0503020204020204" pitchFamily="34" charset="-122"/>
              <a:ea typeface="微软雅黑" panose="020B0503020204020204" pitchFamily="34" charset="-122"/>
              <a:sym typeface="+mn-ea"/>
            </a:endParaRPr>
          </a:p>
          <a:p>
            <a:pPr marL="342900" indent="-342900" algn="l">
              <a:lnSpc>
                <a:spcPct val="125000"/>
              </a:lnSpc>
              <a:spcBef>
                <a:spcPts val="0"/>
              </a:spcBef>
              <a:spcAft>
                <a:spcPts val="0"/>
              </a:spcAft>
              <a:buClrTx/>
              <a:buSzTx/>
              <a:buFont typeface="Arial" panose="020B0604020202020204" pitchFamily="34" charset="0"/>
              <a:buChar char="•"/>
            </a:pPr>
            <a:r>
              <a:rPr lang="zh-CN" altLang="en-US" sz="2000" b="1" dirty="0">
                <a:solidFill>
                  <a:srgbClr val="103380"/>
                </a:solidFill>
                <a:latin typeface="微软雅黑" panose="020B0503020204020204" pitchFamily="34" charset="-122"/>
                <a:ea typeface="微软雅黑" panose="020B0503020204020204" pitchFamily="34" charset="-122"/>
                <a:sym typeface="+mn-ea"/>
              </a:rPr>
              <a:t>核心</a:t>
            </a:r>
            <a:r>
              <a:rPr lang="zh-CN" altLang="en-US" sz="2000" b="1" dirty="0">
                <a:solidFill>
                  <a:srgbClr val="103380"/>
                </a:solidFill>
                <a:latin typeface="微软雅黑" panose="020B0503020204020204" pitchFamily="34" charset="-122"/>
                <a:ea typeface="微软雅黑" panose="020B0503020204020204" pitchFamily="34" charset="-122"/>
                <a:sym typeface="+mn-ea"/>
              </a:rPr>
              <a:t>用户：</a:t>
            </a:r>
            <a:endParaRPr lang="zh-CN" altLang="en-US" sz="2000" b="1" dirty="0">
              <a:solidFill>
                <a:srgbClr val="103380"/>
              </a:solidFill>
              <a:latin typeface="微软雅黑" panose="020B0503020204020204" pitchFamily="34" charset="-122"/>
              <a:ea typeface="微软雅黑" panose="020B0503020204020204" pitchFamily="34" charset="-122"/>
              <a:sym typeface="+mn-ea"/>
            </a:endParaRPr>
          </a:p>
          <a:p>
            <a:pPr indent="0" algn="l">
              <a:lnSpc>
                <a:spcPct val="125000"/>
              </a:lnSpc>
              <a:spcBef>
                <a:spcPts val="0"/>
              </a:spcBef>
              <a:spcAft>
                <a:spcPts val="0"/>
              </a:spcAft>
              <a:buClrTx/>
              <a:buSzTx/>
              <a:buFont typeface="Arial" panose="020B0604020202020204" pitchFamily="34" charset="0"/>
              <a:buNone/>
            </a:pPr>
            <a:r>
              <a:rPr lang="zh-CN" altLang="en-US" sz="2000" dirty="0">
                <a:solidFill>
                  <a:srgbClr val="103380"/>
                </a:solidFill>
                <a:latin typeface="微软雅黑" panose="020B0503020204020204" pitchFamily="34" charset="-122"/>
                <a:ea typeface="微软雅黑" panose="020B0503020204020204" pitchFamily="34" charset="-122"/>
                <a:sym typeface="+mn-ea"/>
              </a:rPr>
              <a:t>机械设计工程师：查询零件尺寸、公差和图纸标注</a:t>
            </a:r>
            <a:endParaRPr lang="zh-CN" altLang="en-US" sz="2000" dirty="0">
              <a:solidFill>
                <a:srgbClr val="103380"/>
              </a:solidFill>
              <a:latin typeface="微软雅黑" panose="020B0503020204020204" pitchFamily="34" charset="-122"/>
              <a:ea typeface="微软雅黑" panose="020B0503020204020204" pitchFamily="34" charset="-122"/>
              <a:sym typeface="+mn-ea"/>
            </a:endParaRPr>
          </a:p>
          <a:p>
            <a:pPr indent="0" algn="l">
              <a:lnSpc>
                <a:spcPct val="125000"/>
              </a:lnSpc>
              <a:spcBef>
                <a:spcPts val="0"/>
              </a:spcBef>
              <a:spcAft>
                <a:spcPts val="0"/>
              </a:spcAft>
              <a:buClrTx/>
              <a:buSzTx/>
              <a:buFont typeface="Arial" panose="020B0604020202020204" pitchFamily="34" charset="0"/>
              <a:buNone/>
            </a:pPr>
            <a:r>
              <a:rPr lang="zh-CN" altLang="en-US" sz="2000" dirty="0">
                <a:solidFill>
                  <a:srgbClr val="103380"/>
                </a:solidFill>
                <a:latin typeface="微软雅黑" panose="020B0503020204020204" pitchFamily="34" charset="-122"/>
                <a:ea typeface="微软雅黑" panose="020B0503020204020204" pitchFamily="34" charset="-122"/>
                <a:sym typeface="+mn-ea"/>
              </a:rPr>
              <a:t>质量工程师：核对图纸标注、发现异常并追溯证据</a:t>
            </a:r>
            <a:endParaRPr lang="zh-CN" altLang="en-US" sz="2000" dirty="0">
              <a:solidFill>
                <a:srgbClr val="103380"/>
              </a:solidFill>
              <a:latin typeface="微软雅黑" panose="020B0503020204020204" pitchFamily="34" charset="-122"/>
              <a:ea typeface="微软雅黑" panose="020B0503020204020204" pitchFamily="34" charset="-122"/>
              <a:sym typeface="+mn-ea"/>
            </a:endParaRPr>
          </a:p>
          <a:p>
            <a:pPr indent="0" algn="l">
              <a:lnSpc>
                <a:spcPct val="125000"/>
              </a:lnSpc>
              <a:spcBef>
                <a:spcPts val="0"/>
              </a:spcBef>
              <a:spcAft>
                <a:spcPts val="0"/>
              </a:spcAft>
              <a:buClrTx/>
              <a:buSzTx/>
              <a:buFont typeface="Arial" panose="020B0604020202020204" pitchFamily="34" charset="0"/>
              <a:buNone/>
            </a:pPr>
            <a:r>
              <a:rPr lang="zh-CN" altLang="en-US" sz="2000" dirty="0">
                <a:solidFill>
                  <a:srgbClr val="103380"/>
                </a:solidFill>
                <a:latin typeface="微软雅黑" panose="020B0503020204020204" pitchFamily="34" charset="-122"/>
                <a:ea typeface="微软雅黑" panose="020B0503020204020204" pitchFamily="34" charset="-122"/>
                <a:sym typeface="+mn-ea"/>
              </a:rPr>
              <a:t>工程数据管理员：管理零件、图纸、标注和解析质量</a:t>
            </a:r>
            <a:endParaRPr lang="zh-CN" altLang="en-US" sz="2000" dirty="0">
              <a:solidFill>
                <a:srgbClr val="103380"/>
              </a:solidFill>
              <a:latin typeface="微软雅黑" panose="020B0503020204020204" pitchFamily="34" charset="-122"/>
              <a:ea typeface="微软雅黑" panose="020B0503020204020204" pitchFamily="34" charset="-122"/>
              <a:sym typeface="+mn-e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t>会议</a:t>
            </a:r>
            <a:r>
              <a:rPr lang="en-US" altLang="zh-CN"/>
              <a:t>-</a:t>
            </a:r>
            <a:r>
              <a:t>企业关注点</a:t>
            </a:r>
          </a:p>
        </p:txBody>
      </p:sp>
      <p:sp>
        <p:nvSpPr>
          <p:cNvPr id="4" name="Text Box 3"/>
          <p:cNvSpPr txBox="1"/>
          <p:nvPr/>
        </p:nvSpPr>
        <p:spPr>
          <a:xfrm>
            <a:off x="470535" y="1012825"/>
            <a:ext cx="10888980" cy="5146040"/>
          </a:xfrm>
          <a:prstGeom prst="rect">
            <a:avLst/>
          </a:prstGeom>
          <a:noFill/>
        </p:spPr>
        <p:txBody>
          <a:bodyPr wrap="square" rtlCol="0">
            <a:noAutofit/>
          </a:bodyPr>
          <a:p>
            <a:pPr algn="l">
              <a:lnSpc>
                <a:spcPct val="125000"/>
              </a:lnSpc>
              <a:spcBef>
                <a:spcPts val="0"/>
              </a:spcBef>
              <a:spcAft>
                <a:spcPts val="0"/>
              </a:spcAft>
              <a:buClrTx/>
              <a:buSzTx/>
              <a:buFont typeface="Wingdings" panose="05000000000000000000" charset="0"/>
            </a:pPr>
            <a:r>
              <a:rPr lang="zh-CN" altLang="en-US" sz="2000" b="1" dirty="0">
                <a:solidFill>
                  <a:srgbClr val="103380"/>
                </a:solidFill>
                <a:latin typeface="微软雅黑" panose="020B0503020204020204" pitchFamily="34" charset="-122"/>
                <a:ea typeface="微软雅黑" panose="020B0503020204020204" pitchFamily="34" charset="-122"/>
                <a:sym typeface="+mn-ea"/>
              </a:rPr>
              <a:t>问数：</a:t>
            </a:r>
            <a:r>
              <a:rPr lang="zh-CN" altLang="en-US" sz="2000" dirty="0">
                <a:solidFill>
                  <a:srgbClr val="103380"/>
                </a:solidFill>
                <a:latin typeface="微软雅黑" panose="020B0503020204020204" pitchFamily="34" charset="-122"/>
                <a:ea typeface="微软雅黑" panose="020B0503020204020204" pitchFamily="34" charset="-122"/>
                <a:sym typeface="+mn-ea"/>
              </a:rPr>
              <a:t>关注精确度、多表的关联聚合、复杂问题理解</a:t>
            </a:r>
            <a:endParaRPr lang="zh-CN" altLang="en-US" sz="2000" b="1" dirty="0">
              <a:solidFill>
                <a:srgbClr val="103380"/>
              </a:solidFill>
              <a:latin typeface="微软雅黑" panose="020B0503020204020204" pitchFamily="34" charset="-122"/>
              <a:ea typeface="微软雅黑" panose="020B0503020204020204" pitchFamily="34" charset="-122"/>
              <a:sym typeface="+mn-ea"/>
            </a:endParaRPr>
          </a:p>
          <a:p>
            <a:pPr algn="l">
              <a:lnSpc>
                <a:spcPct val="125000"/>
              </a:lnSpc>
              <a:spcBef>
                <a:spcPts val="0"/>
              </a:spcBef>
              <a:spcAft>
                <a:spcPts val="0"/>
              </a:spcAft>
              <a:buClrTx/>
              <a:buSzTx/>
              <a:buFont typeface="Wingdings" panose="05000000000000000000" charset="0"/>
            </a:pPr>
            <a:r>
              <a:rPr lang="zh-CN" altLang="en-US" sz="2000" b="1" dirty="0">
                <a:solidFill>
                  <a:srgbClr val="103380"/>
                </a:solidFill>
                <a:latin typeface="微软雅黑" panose="020B0503020204020204" pitchFamily="34" charset="-122"/>
                <a:ea typeface="微软雅黑" panose="020B0503020204020204" pitchFamily="34" charset="-122"/>
                <a:sym typeface="+mn-ea"/>
              </a:rPr>
              <a:t>问答：</a:t>
            </a:r>
            <a:r>
              <a:rPr lang="zh-CN" altLang="en-US" sz="2000" dirty="0">
                <a:solidFill>
                  <a:srgbClr val="103380"/>
                </a:solidFill>
                <a:latin typeface="微软雅黑" panose="020B0503020204020204" pitchFamily="34" charset="-122"/>
                <a:ea typeface="微软雅黑" panose="020B0503020204020204" pitchFamily="34" charset="-122"/>
                <a:sym typeface="+mn-ea"/>
              </a:rPr>
              <a:t>文档分词和切片可以探索、针对扫描件、层级结构乱、可能还有表格，如何理解文档结构逻辑，加入</a:t>
            </a:r>
            <a:r>
              <a:rPr lang="en-US" altLang="zh-CN" sz="2000" dirty="0">
                <a:solidFill>
                  <a:srgbClr val="103380"/>
                </a:solidFill>
                <a:latin typeface="微软雅黑" panose="020B0503020204020204" pitchFamily="34" charset="-122"/>
                <a:ea typeface="微软雅黑" panose="020B0503020204020204" pitchFamily="34" charset="-122"/>
                <a:sym typeface="+mn-ea"/>
              </a:rPr>
              <a:t>CAD</a:t>
            </a:r>
            <a:r>
              <a:rPr lang="zh-CN" altLang="en-US" sz="2000" dirty="0">
                <a:solidFill>
                  <a:srgbClr val="103380"/>
                </a:solidFill>
                <a:latin typeface="微软雅黑" panose="020B0503020204020204" pitchFamily="34" charset="-122"/>
                <a:ea typeface="微软雅黑" panose="020B0503020204020204" pitchFamily="34" charset="-122"/>
                <a:sym typeface="+mn-ea"/>
              </a:rPr>
              <a:t>（电路图、组装图、工艺</a:t>
            </a:r>
            <a:r>
              <a:rPr lang="zh-CN" altLang="en-US" sz="2000" dirty="0">
                <a:solidFill>
                  <a:srgbClr val="103380"/>
                </a:solidFill>
                <a:latin typeface="微软雅黑" panose="020B0503020204020204" pitchFamily="34" charset="-122"/>
                <a:ea typeface="微软雅黑" panose="020B0503020204020204" pitchFamily="34" charset="-122"/>
                <a:sym typeface="+mn-ea"/>
              </a:rPr>
              <a:t>文件）</a:t>
            </a:r>
            <a:endParaRPr lang="zh-CN" altLang="en-US" sz="2000" b="1" dirty="0">
              <a:solidFill>
                <a:srgbClr val="103380"/>
              </a:solidFill>
              <a:latin typeface="微软雅黑" panose="020B0503020204020204" pitchFamily="34" charset="-122"/>
              <a:ea typeface="微软雅黑" panose="020B0503020204020204" pitchFamily="34" charset="-122"/>
              <a:sym typeface="+mn-ea"/>
            </a:endParaRPr>
          </a:p>
          <a:p>
            <a:pPr algn="l">
              <a:lnSpc>
                <a:spcPct val="125000"/>
              </a:lnSpc>
              <a:spcBef>
                <a:spcPts val="0"/>
              </a:spcBef>
              <a:spcAft>
                <a:spcPts val="0"/>
              </a:spcAft>
              <a:buClrTx/>
              <a:buSzTx/>
              <a:buFont typeface="Wingdings" panose="05000000000000000000" charset="0"/>
            </a:pPr>
            <a:r>
              <a:rPr lang="zh-CN" altLang="en-US" sz="2000" b="1" dirty="0">
                <a:solidFill>
                  <a:srgbClr val="103380"/>
                </a:solidFill>
                <a:latin typeface="微软雅黑" panose="020B0503020204020204" pitchFamily="34" charset="-122"/>
                <a:ea typeface="微软雅黑" panose="020B0503020204020204" pitchFamily="34" charset="-122"/>
                <a:sym typeface="+mn-ea"/>
              </a:rPr>
              <a:t>二者融合：</a:t>
            </a:r>
            <a:r>
              <a:rPr lang="zh-CN" altLang="en-US" sz="2000" dirty="0">
                <a:solidFill>
                  <a:srgbClr val="103380"/>
                </a:solidFill>
                <a:latin typeface="微软雅黑" panose="020B0503020204020204" pitchFamily="34" charset="-122"/>
                <a:ea typeface="微软雅黑" panose="020B0503020204020204" pitchFamily="34" charset="-122"/>
                <a:sym typeface="+mn-ea"/>
              </a:rPr>
              <a:t>如结构化与非结构化数据不一致的情况</a:t>
            </a:r>
            <a:endParaRPr lang="zh-CN" altLang="en-US" sz="2000" b="1" dirty="0">
              <a:solidFill>
                <a:srgbClr val="103380"/>
              </a:solidFill>
              <a:latin typeface="微软雅黑" panose="020B0503020204020204" pitchFamily="34" charset="-122"/>
              <a:ea typeface="微软雅黑" panose="020B0503020204020204" pitchFamily="34" charset="-122"/>
              <a:sym typeface="+mn-ea"/>
            </a:endParaRPr>
          </a:p>
          <a:p>
            <a:pPr algn="l">
              <a:lnSpc>
                <a:spcPct val="125000"/>
              </a:lnSpc>
              <a:spcBef>
                <a:spcPts val="0"/>
              </a:spcBef>
              <a:spcAft>
                <a:spcPts val="0"/>
              </a:spcAft>
              <a:buClrTx/>
              <a:buSzTx/>
              <a:buFont typeface="Wingdings" panose="05000000000000000000" charset="0"/>
            </a:pPr>
            <a:r>
              <a:rPr lang="zh-CN" altLang="en-US" sz="2000" b="1" dirty="0">
                <a:solidFill>
                  <a:srgbClr val="103380"/>
                </a:solidFill>
                <a:latin typeface="微软雅黑" panose="020B0503020204020204" pitchFamily="34" charset="-122"/>
                <a:ea typeface="微软雅黑" panose="020B0503020204020204" pitchFamily="34" charset="-122"/>
                <a:sym typeface="+mn-ea"/>
              </a:rPr>
              <a:t>整体</a:t>
            </a:r>
            <a:r>
              <a:rPr lang="zh-CN" altLang="en-US" sz="2000" b="1" dirty="0">
                <a:solidFill>
                  <a:srgbClr val="103380"/>
                </a:solidFill>
                <a:latin typeface="微软雅黑" panose="020B0503020204020204" pitchFamily="34" charset="-122"/>
                <a:ea typeface="微软雅黑" panose="020B0503020204020204" pitchFamily="34" charset="-122"/>
                <a:sym typeface="+mn-ea"/>
              </a:rPr>
              <a:t>链路：</a:t>
            </a:r>
            <a:endParaRPr lang="zh-CN" altLang="en-US" sz="2000" b="1" dirty="0">
              <a:solidFill>
                <a:srgbClr val="103380"/>
              </a:solidFill>
              <a:latin typeface="微软雅黑" panose="020B0503020204020204" pitchFamily="34" charset="-122"/>
              <a:ea typeface="微软雅黑" panose="020B0503020204020204" pitchFamily="34" charset="-122"/>
              <a:sym typeface="+mn-ea"/>
            </a:endParaRPr>
          </a:p>
          <a:p>
            <a:pPr algn="l">
              <a:lnSpc>
                <a:spcPct val="125000"/>
              </a:lnSpc>
              <a:spcBef>
                <a:spcPts val="0"/>
              </a:spcBef>
              <a:spcAft>
                <a:spcPts val="0"/>
              </a:spcAft>
              <a:buClrTx/>
              <a:buSzTx/>
              <a:buFont typeface="Wingdings" panose="05000000000000000000" charset="0"/>
            </a:pPr>
            <a:r>
              <a:rPr lang="zh-CN" altLang="en-US" sz="2000" b="1" dirty="0">
                <a:solidFill>
                  <a:srgbClr val="103380"/>
                </a:solidFill>
                <a:latin typeface="微软雅黑" panose="020B0503020204020204" pitchFamily="34" charset="-122"/>
                <a:ea typeface="微软雅黑" panose="020B0503020204020204" pitchFamily="34" charset="-122"/>
                <a:sym typeface="+mn-ea"/>
              </a:rPr>
              <a:t>用户提问（指代、改写、意图理解</a:t>
            </a:r>
            <a:r>
              <a:rPr lang="en-US" altLang="zh-CN" sz="2000" b="1" dirty="0">
                <a:solidFill>
                  <a:srgbClr val="103380"/>
                </a:solidFill>
                <a:latin typeface="微软雅黑" panose="020B0503020204020204" pitchFamily="34" charset="-122"/>
                <a:ea typeface="微软雅黑" panose="020B0503020204020204" pitchFamily="34" charset="-122"/>
                <a:sym typeface="+mn-ea"/>
              </a:rPr>
              <a:t>&lt;</a:t>
            </a:r>
            <a:r>
              <a:rPr lang="zh-CN" altLang="en-US" sz="2000" b="1" dirty="0">
                <a:solidFill>
                  <a:srgbClr val="103380"/>
                </a:solidFill>
                <a:latin typeface="微软雅黑" panose="020B0503020204020204" pitchFamily="34" charset="-122"/>
                <a:ea typeface="微软雅黑" panose="020B0503020204020204" pitchFamily="34" charset="-122"/>
                <a:sym typeface="+mn-ea"/>
              </a:rPr>
              <a:t>文书问答，查什么表</a:t>
            </a:r>
            <a:r>
              <a:rPr lang="en-US" altLang="zh-CN" sz="2000" b="1" dirty="0">
                <a:solidFill>
                  <a:srgbClr val="103380"/>
                </a:solidFill>
                <a:latin typeface="微软雅黑" panose="020B0503020204020204" pitchFamily="34" charset="-122"/>
                <a:ea typeface="微软雅黑" panose="020B0503020204020204" pitchFamily="34" charset="-122"/>
                <a:sym typeface="+mn-ea"/>
              </a:rPr>
              <a:t>&gt;</a:t>
            </a:r>
            <a:r>
              <a:rPr lang="zh-CN" altLang="en-US" sz="2000" b="1" dirty="0">
                <a:solidFill>
                  <a:srgbClr val="103380"/>
                </a:solidFill>
                <a:latin typeface="微软雅黑" panose="020B0503020204020204" pitchFamily="34" charset="-122"/>
                <a:ea typeface="微软雅黑" panose="020B0503020204020204" pitchFamily="34" charset="-122"/>
                <a:sym typeface="+mn-ea"/>
              </a:rPr>
              <a:t>）</a:t>
            </a:r>
            <a:r>
              <a:rPr lang="en-US" altLang="zh-CN" sz="2000" b="1" dirty="0">
                <a:solidFill>
                  <a:srgbClr val="103380"/>
                </a:solidFill>
                <a:latin typeface="微软雅黑" panose="020B0503020204020204" pitchFamily="34" charset="-122"/>
                <a:ea typeface="微软雅黑" panose="020B0503020204020204" pitchFamily="34" charset="-122"/>
                <a:sym typeface="+mn-ea"/>
              </a:rPr>
              <a:t>---</a:t>
            </a:r>
            <a:r>
              <a:rPr lang="zh-CN" altLang="en-US" sz="2000" b="1" dirty="0">
                <a:solidFill>
                  <a:srgbClr val="103380"/>
                </a:solidFill>
                <a:latin typeface="微软雅黑" panose="020B0503020204020204" pitchFamily="34" charset="-122"/>
                <a:ea typeface="微软雅黑" panose="020B0503020204020204" pitchFamily="34" charset="-122"/>
                <a:sym typeface="+mn-ea"/>
              </a:rPr>
              <a:t>自主规划任务路径</a:t>
            </a:r>
            <a:r>
              <a:rPr lang="en-US" altLang="zh-CN" sz="2000" b="1" dirty="0">
                <a:solidFill>
                  <a:srgbClr val="103380"/>
                </a:solidFill>
                <a:latin typeface="微软雅黑" panose="020B0503020204020204" pitchFamily="34" charset="-122"/>
                <a:ea typeface="微软雅黑" panose="020B0503020204020204" pitchFamily="34" charset="-122"/>
                <a:sym typeface="+mn-ea"/>
              </a:rPr>
              <a:t>---</a:t>
            </a:r>
            <a:r>
              <a:rPr lang="zh-CN" altLang="en-US" sz="2000" b="1" dirty="0">
                <a:solidFill>
                  <a:srgbClr val="103380"/>
                </a:solidFill>
                <a:latin typeface="微软雅黑" panose="020B0503020204020204" pitchFamily="34" charset="-122"/>
                <a:ea typeface="微软雅黑" panose="020B0503020204020204" pitchFamily="34" charset="-122"/>
                <a:sym typeface="+mn-ea"/>
              </a:rPr>
              <a:t>精准执行查询与检索</a:t>
            </a:r>
            <a:r>
              <a:rPr lang="en-US" altLang="zh-CN" sz="2000" b="1" dirty="0">
                <a:solidFill>
                  <a:srgbClr val="103380"/>
                </a:solidFill>
                <a:latin typeface="微软雅黑" panose="020B0503020204020204" pitchFamily="34" charset="-122"/>
                <a:ea typeface="微软雅黑" panose="020B0503020204020204" pitchFamily="34" charset="-122"/>
                <a:sym typeface="+mn-ea"/>
              </a:rPr>
              <a:t>---</a:t>
            </a:r>
            <a:r>
              <a:rPr lang="zh-CN" altLang="en-US" sz="2000" b="1" dirty="0">
                <a:solidFill>
                  <a:srgbClr val="103380"/>
                </a:solidFill>
                <a:latin typeface="微软雅黑" panose="020B0503020204020204" pitchFamily="34" charset="-122"/>
                <a:ea typeface="微软雅黑" panose="020B0503020204020204" pitchFamily="34" charset="-122"/>
                <a:sym typeface="+mn-ea"/>
              </a:rPr>
              <a:t>融合推理分析</a:t>
            </a:r>
            <a:r>
              <a:rPr lang="en-US" altLang="zh-CN" sz="2000" b="1" dirty="0">
                <a:solidFill>
                  <a:srgbClr val="103380"/>
                </a:solidFill>
                <a:latin typeface="微软雅黑" panose="020B0503020204020204" pitchFamily="34" charset="-122"/>
                <a:ea typeface="微软雅黑" panose="020B0503020204020204" pitchFamily="34" charset="-122"/>
                <a:sym typeface="+mn-ea"/>
              </a:rPr>
              <a:t>---</a:t>
            </a:r>
            <a:r>
              <a:rPr lang="zh-CN" altLang="en-US" sz="2000" b="1" dirty="0">
                <a:solidFill>
                  <a:srgbClr val="103380"/>
                </a:solidFill>
                <a:latin typeface="微软雅黑" panose="020B0503020204020204" pitchFamily="34" charset="-122"/>
                <a:ea typeface="微软雅黑" panose="020B0503020204020204" pitchFamily="34" charset="-122"/>
                <a:sym typeface="+mn-ea"/>
              </a:rPr>
              <a:t>输出可解释</a:t>
            </a:r>
            <a:r>
              <a:rPr lang="zh-CN" altLang="en-US" sz="2000" b="1" dirty="0">
                <a:solidFill>
                  <a:srgbClr val="103380"/>
                </a:solidFill>
                <a:latin typeface="微软雅黑" panose="020B0503020204020204" pitchFamily="34" charset="-122"/>
                <a:ea typeface="微软雅黑" panose="020B0503020204020204" pitchFamily="34" charset="-122"/>
                <a:sym typeface="+mn-ea"/>
              </a:rPr>
              <a:t>答案</a:t>
            </a:r>
            <a:endParaRPr lang="zh-CN" altLang="en-US" sz="2000" b="1" dirty="0">
              <a:solidFill>
                <a:srgbClr val="103380"/>
              </a:solidFill>
              <a:latin typeface="微软雅黑" panose="020B0503020204020204" pitchFamily="34" charset="-122"/>
              <a:ea typeface="微软雅黑" panose="020B0503020204020204" pitchFamily="34" charset="-122"/>
              <a:sym typeface="+mn-ea"/>
            </a:endParaRPr>
          </a:p>
          <a:p>
            <a:pPr algn="l">
              <a:lnSpc>
                <a:spcPct val="125000"/>
              </a:lnSpc>
              <a:spcBef>
                <a:spcPts val="0"/>
              </a:spcBef>
              <a:spcAft>
                <a:spcPts val="0"/>
              </a:spcAft>
              <a:buClrTx/>
              <a:buSzTx/>
              <a:buFont typeface="Wingdings" panose="05000000000000000000" charset="0"/>
            </a:pPr>
            <a:r>
              <a:rPr lang="zh-CN" altLang="en-US" sz="2000" b="1" dirty="0">
                <a:solidFill>
                  <a:srgbClr val="103380"/>
                </a:solidFill>
                <a:latin typeface="微软雅黑" panose="020B0503020204020204" pitchFamily="34" charset="-122"/>
                <a:ea typeface="微软雅黑" panose="020B0503020204020204" pitchFamily="34" charset="-122"/>
                <a:sym typeface="+mn-ea"/>
              </a:rPr>
              <a:t>系统模型选用：</a:t>
            </a:r>
            <a:r>
              <a:rPr lang="zh-CN" altLang="en-US" sz="2000" dirty="0">
                <a:solidFill>
                  <a:srgbClr val="103380"/>
                </a:solidFill>
                <a:latin typeface="微软雅黑" panose="020B0503020204020204" pitchFamily="34" charset="-122"/>
                <a:ea typeface="微软雅黑" panose="020B0503020204020204" pitchFamily="34" charset="-122"/>
                <a:sym typeface="+mn-ea"/>
              </a:rPr>
              <a:t>国产</a:t>
            </a:r>
            <a:endParaRPr lang="zh-CN" altLang="en-US" sz="2000" dirty="0">
              <a:solidFill>
                <a:srgbClr val="103380"/>
              </a:solidFill>
              <a:latin typeface="微软雅黑" panose="020B0503020204020204" pitchFamily="34" charset="-122"/>
              <a:ea typeface="微软雅黑" panose="020B0503020204020204" pitchFamily="34" charset="-122"/>
              <a:sym typeface="+mn-ea"/>
            </a:endParaRPr>
          </a:p>
          <a:p>
            <a:pPr algn="l">
              <a:lnSpc>
                <a:spcPct val="125000"/>
              </a:lnSpc>
              <a:spcBef>
                <a:spcPts val="0"/>
              </a:spcBef>
              <a:spcAft>
                <a:spcPts val="0"/>
              </a:spcAft>
              <a:buClrTx/>
              <a:buSzTx/>
              <a:buFont typeface="Wingdings" panose="05000000000000000000" charset="0"/>
            </a:pPr>
            <a:r>
              <a:rPr lang="zh-CN" altLang="en-US" sz="2000" b="1" dirty="0">
                <a:solidFill>
                  <a:srgbClr val="103380"/>
                </a:solidFill>
                <a:latin typeface="微软雅黑" panose="020B0503020204020204" pitchFamily="34" charset="-122"/>
                <a:ea typeface="微软雅黑" panose="020B0503020204020204" pitchFamily="34" charset="-122"/>
                <a:sym typeface="+mn-ea"/>
              </a:rPr>
              <a:t>系统指标：</a:t>
            </a:r>
            <a:r>
              <a:rPr lang="zh-CN" altLang="en-US" sz="2000" dirty="0">
                <a:solidFill>
                  <a:srgbClr val="103380"/>
                </a:solidFill>
                <a:latin typeface="微软雅黑" panose="020B0503020204020204" pitchFamily="34" charset="-122"/>
                <a:ea typeface="微软雅黑" panose="020B0503020204020204" pitchFamily="34" charset="-122"/>
                <a:sym typeface="+mn-ea"/>
              </a:rPr>
              <a:t>准确性、鲁棒性、</a:t>
            </a:r>
            <a:r>
              <a:rPr lang="zh-CN" altLang="en-US" sz="2000" dirty="0">
                <a:solidFill>
                  <a:srgbClr val="103380"/>
                </a:solidFill>
                <a:latin typeface="微软雅黑" panose="020B0503020204020204" pitchFamily="34" charset="-122"/>
                <a:ea typeface="微软雅黑" panose="020B0503020204020204" pitchFamily="34" charset="-122"/>
                <a:sym typeface="+mn-ea"/>
              </a:rPr>
              <a:t>响应时间</a:t>
            </a:r>
            <a:endParaRPr lang="zh-CN" altLang="en-US" sz="2000" dirty="0">
              <a:solidFill>
                <a:srgbClr val="103380"/>
              </a:solidFill>
              <a:latin typeface="微软雅黑" panose="020B0503020204020204" pitchFamily="34" charset="-122"/>
              <a:ea typeface="微软雅黑" panose="020B0503020204020204" pitchFamily="34" charset="-122"/>
              <a:sym typeface="+mn-ea"/>
            </a:endParaRPr>
          </a:p>
          <a:p>
            <a:pPr algn="l">
              <a:lnSpc>
                <a:spcPct val="125000"/>
              </a:lnSpc>
              <a:spcBef>
                <a:spcPts val="0"/>
              </a:spcBef>
              <a:spcAft>
                <a:spcPts val="0"/>
              </a:spcAft>
              <a:buClrTx/>
              <a:buSzTx/>
              <a:buFont typeface="Wingdings" panose="05000000000000000000" charset="0"/>
            </a:pPr>
            <a:r>
              <a:rPr lang="zh-CN" altLang="en-US" sz="2000" b="1" dirty="0">
                <a:solidFill>
                  <a:srgbClr val="103380"/>
                </a:solidFill>
                <a:latin typeface="微软雅黑" panose="020B0503020204020204" pitchFamily="34" charset="-122"/>
                <a:ea typeface="微软雅黑" panose="020B0503020204020204" pitchFamily="34" charset="-122"/>
                <a:sym typeface="+mn-ea"/>
              </a:rPr>
              <a:t>其它</a:t>
            </a:r>
            <a:r>
              <a:rPr lang="zh-CN" altLang="en-US" sz="2000" b="1" dirty="0">
                <a:solidFill>
                  <a:srgbClr val="103380"/>
                </a:solidFill>
                <a:latin typeface="微软雅黑" panose="020B0503020204020204" pitchFamily="34" charset="-122"/>
                <a:ea typeface="微软雅黑" panose="020B0503020204020204" pitchFamily="34" charset="-122"/>
                <a:sym typeface="+mn-ea"/>
              </a:rPr>
              <a:t>注意点：</a:t>
            </a:r>
            <a:endParaRPr lang="zh-CN" altLang="en-US" sz="2000" b="1" dirty="0">
              <a:solidFill>
                <a:srgbClr val="103380"/>
              </a:solidFill>
              <a:latin typeface="微软雅黑" panose="020B0503020204020204" pitchFamily="34" charset="-122"/>
              <a:ea typeface="微软雅黑" panose="020B0503020204020204" pitchFamily="34" charset="-122"/>
              <a:sym typeface="+mn-ea"/>
            </a:endParaRPr>
          </a:p>
          <a:p>
            <a:pPr algn="l">
              <a:lnSpc>
                <a:spcPct val="125000"/>
              </a:lnSpc>
              <a:spcBef>
                <a:spcPts val="0"/>
              </a:spcBef>
              <a:spcAft>
                <a:spcPts val="0"/>
              </a:spcAft>
              <a:buClrTx/>
              <a:buSzTx/>
              <a:buFont typeface="Wingdings" panose="05000000000000000000" charset="0"/>
            </a:pPr>
            <a:r>
              <a:rPr lang="zh-CN" altLang="en-US" sz="2000" dirty="0">
                <a:solidFill>
                  <a:srgbClr val="103380"/>
                </a:solidFill>
                <a:latin typeface="微软雅黑" panose="020B0503020204020204" pitchFamily="34" charset="-122"/>
                <a:ea typeface="微软雅黑" panose="020B0503020204020204" pitchFamily="34" charset="-122"/>
                <a:sym typeface="+mn-ea"/>
              </a:rPr>
              <a:t>多跳问答、可解释性、模型参数量越小越好、数据种类跳跃越多贡献越大、低质量数据（</a:t>
            </a:r>
            <a:r>
              <a:rPr lang="en-US" altLang="zh-CN" sz="2000" dirty="0">
                <a:solidFill>
                  <a:srgbClr val="103380"/>
                </a:solidFill>
                <a:latin typeface="微软雅黑" panose="020B0503020204020204" pitchFamily="34" charset="-122"/>
                <a:ea typeface="微软雅黑" panose="020B0503020204020204" pitchFamily="34" charset="-122"/>
                <a:sym typeface="+mn-ea"/>
              </a:rPr>
              <a:t>CAD</a:t>
            </a:r>
            <a:r>
              <a:rPr lang="zh-CN" altLang="en-US" sz="2000" dirty="0">
                <a:solidFill>
                  <a:srgbClr val="103380"/>
                </a:solidFill>
                <a:latin typeface="微软雅黑" panose="020B0503020204020204" pitchFamily="34" charset="-122"/>
                <a:ea typeface="微软雅黑" panose="020B0503020204020204" pitchFamily="34" charset="-122"/>
                <a:sym typeface="+mn-ea"/>
              </a:rPr>
              <a:t>文档）的</a:t>
            </a:r>
            <a:r>
              <a:rPr lang="zh-CN" altLang="en-US" sz="2000" dirty="0">
                <a:solidFill>
                  <a:srgbClr val="103380"/>
                </a:solidFill>
                <a:latin typeface="微软雅黑" panose="020B0503020204020204" pitchFamily="34" charset="-122"/>
                <a:ea typeface="微软雅黑" panose="020B0503020204020204" pitchFamily="34" charset="-122"/>
                <a:sym typeface="+mn-ea"/>
              </a:rPr>
              <a:t>情况、方案可扩展性</a:t>
            </a:r>
            <a:endParaRPr lang="zh-CN" altLang="en-US" sz="2000" dirty="0">
              <a:solidFill>
                <a:srgbClr val="103380"/>
              </a:solidFill>
              <a:latin typeface="微软雅黑" panose="020B0503020204020204" pitchFamily="34" charset="-122"/>
              <a:ea typeface="微软雅黑" panose="020B0503020204020204" pitchFamily="34" charset="-122"/>
              <a:sym typeface="+mn-ea"/>
            </a:endParaRPr>
          </a:p>
          <a:p>
            <a:pPr algn="l">
              <a:lnSpc>
                <a:spcPct val="125000"/>
              </a:lnSpc>
              <a:spcBef>
                <a:spcPts val="0"/>
              </a:spcBef>
              <a:spcAft>
                <a:spcPts val="0"/>
              </a:spcAft>
              <a:buClrTx/>
              <a:buSzTx/>
              <a:buFont typeface="Wingdings" panose="05000000000000000000" charset="0"/>
            </a:pPr>
            <a:endParaRPr lang="zh-CN" altLang="en-US" sz="2000" b="1" dirty="0">
              <a:solidFill>
                <a:srgbClr val="103380"/>
              </a:solidFill>
              <a:latin typeface="微软雅黑" panose="020B0503020204020204" pitchFamily="34" charset="-122"/>
              <a:ea typeface="微软雅黑" panose="020B0503020204020204" pitchFamily="34" charset="-122"/>
              <a:sym typeface="+mn-ea"/>
            </a:endParaRPr>
          </a:p>
          <a:p>
            <a:pPr indent="0" algn="l">
              <a:lnSpc>
                <a:spcPct val="125000"/>
              </a:lnSpc>
              <a:spcBef>
                <a:spcPts val="0"/>
              </a:spcBef>
              <a:spcAft>
                <a:spcPts val="0"/>
              </a:spcAft>
              <a:buClrTx/>
              <a:buSzTx/>
              <a:buFont typeface="Arial" panose="020B0604020202020204" pitchFamily="34" charset="0"/>
              <a:buNone/>
            </a:pPr>
            <a:endParaRPr lang="en-US" altLang="zh-CN" sz="2000" dirty="0">
              <a:solidFill>
                <a:srgbClr val="103380"/>
              </a:solidFill>
              <a:latin typeface="微软雅黑" panose="020B0503020204020204" pitchFamily="34" charset="-122"/>
              <a:ea typeface="微软雅黑" panose="020B0503020204020204" pitchFamily="34" charset="-122"/>
              <a:sym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t>现状</a:t>
            </a:r>
          </a:p>
        </p:txBody>
      </p:sp>
      <p:sp>
        <p:nvSpPr>
          <p:cNvPr id="4" name="Text Box 3"/>
          <p:cNvSpPr txBox="1"/>
          <p:nvPr/>
        </p:nvSpPr>
        <p:spPr>
          <a:xfrm>
            <a:off x="470535" y="968375"/>
            <a:ext cx="10888980" cy="5146040"/>
          </a:xfrm>
          <a:prstGeom prst="rect">
            <a:avLst/>
          </a:prstGeom>
          <a:noFill/>
        </p:spPr>
        <p:txBody>
          <a:bodyPr wrap="square" rtlCol="0">
            <a:noAutofit/>
          </a:bodyPr>
          <a:p>
            <a:pPr marL="342900" indent="-342900" algn="l">
              <a:lnSpc>
                <a:spcPct val="125000"/>
              </a:lnSpc>
              <a:spcBef>
                <a:spcPts val="0"/>
              </a:spcBef>
              <a:spcAft>
                <a:spcPts val="0"/>
              </a:spcAft>
              <a:buClrTx/>
              <a:buSzTx/>
              <a:buFont typeface="Wingdings" panose="05000000000000000000" charset="0"/>
              <a:buChar char="l"/>
            </a:pPr>
            <a:r>
              <a:rPr lang="zh-CN" altLang="en-US" sz="2000" b="1" dirty="0">
                <a:solidFill>
                  <a:srgbClr val="103380"/>
                </a:solidFill>
                <a:latin typeface="微软雅黑" panose="020B0503020204020204" pitchFamily="34" charset="-122"/>
                <a:ea typeface="微软雅黑" panose="020B0503020204020204" pitchFamily="34" charset="-122"/>
                <a:sym typeface="+mn-ea"/>
              </a:rPr>
              <a:t>基础任务</a:t>
            </a:r>
            <a:r>
              <a:rPr lang="zh-CN" altLang="en-US" sz="2000" b="1" dirty="0">
                <a:solidFill>
                  <a:srgbClr val="103380"/>
                </a:solidFill>
                <a:latin typeface="微软雅黑" panose="020B0503020204020204" pitchFamily="34" charset="-122"/>
                <a:ea typeface="微软雅黑" panose="020B0503020204020204" pitchFamily="34" charset="-122"/>
                <a:sym typeface="+mn-ea"/>
              </a:rPr>
              <a:t>的完整闭环已跑通。单表问答，单文档问答等</a:t>
            </a:r>
            <a:endParaRPr lang="zh-CN" altLang="en-US" sz="2000" b="1" dirty="0">
              <a:solidFill>
                <a:srgbClr val="103380"/>
              </a:solidFill>
              <a:latin typeface="微软雅黑" panose="020B0503020204020204" pitchFamily="34" charset="-122"/>
              <a:ea typeface="微软雅黑" panose="020B0503020204020204" pitchFamily="34" charset="-122"/>
              <a:sym typeface="+mn-ea"/>
            </a:endParaRPr>
          </a:p>
          <a:p>
            <a:pPr marL="342900" indent="-342900" algn="l">
              <a:lnSpc>
                <a:spcPct val="125000"/>
              </a:lnSpc>
              <a:spcBef>
                <a:spcPts val="0"/>
              </a:spcBef>
              <a:spcAft>
                <a:spcPts val="0"/>
              </a:spcAft>
              <a:buClrTx/>
              <a:buSzTx/>
              <a:buFont typeface="Wingdings" panose="05000000000000000000" charset="0"/>
              <a:buChar char="l"/>
            </a:pPr>
            <a:r>
              <a:rPr lang="en-US" altLang="zh-CN" sz="2000" b="1" dirty="0">
                <a:solidFill>
                  <a:srgbClr val="103380"/>
                </a:solidFill>
                <a:latin typeface="微软雅黑" panose="020B0503020204020204" pitchFamily="34" charset="-122"/>
                <a:ea typeface="微软雅黑" panose="020B0503020204020204" pitchFamily="34" charset="-122"/>
                <a:sym typeface="+mn-ea"/>
              </a:rPr>
              <a:t>RAG</a:t>
            </a:r>
            <a:r>
              <a:rPr lang="zh-CN" altLang="en-US" sz="2000" b="1" dirty="0">
                <a:solidFill>
                  <a:srgbClr val="103380"/>
                </a:solidFill>
                <a:latin typeface="微软雅黑" panose="020B0503020204020204" pitchFamily="34" charset="-122"/>
                <a:ea typeface="微软雅黑" panose="020B0503020204020204" pitchFamily="34" charset="-122"/>
                <a:sym typeface="+mn-ea"/>
              </a:rPr>
              <a:t>、澄清部分、</a:t>
            </a:r>
            <a:r>
              <a:rPr lang="zh-CN" altLang="en-US" sz="2000" b="1" dirty="0">
                <a:solidFill>
                  <a:srgbClr val="103380"/>
                </a:solidFill>
                <a:latin typeface="微软雅黑" panose="020B0503020204020204" pitchFamily="34" charset="-122"/>
                <a:ea typeface="微软雅黑" panose="020B0503020204020204" pitchFamily="34" charset="-122"/>
                <a:sym typeface="+mn-ea"/>
              </a:rPr>
              <a:t>注册表等内容均有修改，同步最新远程</a:t>
            </a:r>
            <a:r>
              <a:rPr lang="zh-CN" altLang="en-US" sz="2000" b="1" dirty="0">
                <a:solidFill>
                  <a:srgbClr val="103380"/>
                </a:solidFill>
                <a:latin typeface="微软雅黑" panose="020B0503020204020204" pitchFamily="34" charset="-122"/>
                <a:ea typeface="微软雅黑" panose="020B0503020204020204" pitchFamily="34" charset="-122"/>
                <a:sym typeface="+mn-ea"/>
              </a:rPr>
              <a:t>去做。</a:t>
            </a:r>
            <a:endParaRPr lang="zh-CN" altLang="en-US" sz="2000" b="1" dirty="0">
              <a:solidFill>
                <a:srgbClr val="103380"/>
              </a:solidFill>
              <a:latin typeface="微软雅黑" panose="020B0503020204020204" pitchFamily="34" charset="-122"/>
              <a:ea typeface="微软雅黑" panose="020B0503020204020204" pitchFamily="34" charset="-122"/>
              <a:sym typeface="+mn-ea"/>
            </a:endParaRPr>
          </a:p>
          <a:p>
            <a:pPr marL="342900" indent="-342900" algn="l">
              <a:lnSpc>
                <a:spcPct val="125000"/>
              </a:lnSpc>
              <a:spcBef>
                <a:spcPts val="0"/>
              </a:spcBef>
              <a:spcAft>
                <a:spcPts val="0"/>
              </a:spcAft>
              <a:buClrTx/>
              <a:buSzTx/>
              <a:buFont typeface="Wingdings" panose="05000000000000000000" charset="0"/>
              <a:buChar char="l"/>
            </a:pPr>
            <a:r>
              <a:rPr lang="zh-CN" altLang="en-US" sz="2000" b="1" dirty="0">
                <a:solidFill>
                  <a:srgbClr val="103380"/>
                </a:solidFill>
                <a:latin typeface="微软雅黑" panose="020B0503020204020204" pitchFamily="34" charset="-122"/>
                <a:ea typeface="微软雅黑" panose="020B0503020204020204" pitchFamily="34" charset="-122"/>
                <a:sym typeface="+mn-ea"/>
              </a:rPr>
              <a:t>测试不同</a:t>
            </a:r>
            <a:r>
              <a:rPr lang="en-US" altLang="zh-CN" sz="2000" b="1" dirty="0">
                <a:solidFill>
                  <a:srgbClr val="103380"/>
                </a:solidFill>
                <a:latin typeface="微软雅黑" panose="020B0503020204020204" pitchFamily="34" charset="-122"/>
                <a:ea typeface="微软雅黑" panose="020B0503020204020204" pitchFamily="34" charset="-122"/>
                <a:sym typeface="+mn-ea"/>
              </a:rPr>
              <a:t>AI LLM</a:t>
            </a:r>
            <a:r>
              <a:rPr lang="zh-CN" altLang="en-US" sz="2000" b="1" dirty="0">
                <a:solidFill>
                  <a:srgbClr val="103380"/>
                </a:solidFill>
                <a:latin typeface="微软雅黑" panose="020B0503020204020204" pitchFamily="34" charset="-122"/>
                <a:ea typeface="微软雅黑" panose="020B0503020204020204" pitchFamily="34" charset="-122"/>
                <a:sym typeface="+mn-ea"/>
              </a:rPr>
              <a:t>，</a:t>
            </a:r>
            <a:r>
              <a:rPr lang="zh-CN" altLang="en-US" sz="2000" b="1" dirty="0">
                <a:solidFill>
                  <a:srgbClr val="103380"/>
                </a:solidFill>
                <a:latin typeface="微软雅黑" panose="020B0503020204020204" pitchFamily="34" charset="-122"/>
                <a:ea typeface="微软雅黑" panose="020B0503020204020204" pitchFamily="34" charset="-122"/>
                <a:sym typeface="+mn-ea"/>
              </a:rPr>
              <a:t>目前选用</a:t>
            </a:r>
            <a:r>
              <a:rPr lang="en-US" altLang="zh-CN" sz="2000" b="1" dirty="0">
                <a:solidFill>
                  <a:srgbClr val="103380"/>
                </a:solidFill>
                <a:latin typeface="微软雅黑" panose="020B0503020204020204" pitchFamily="34" charset="-122"/>
                <a:ea typeface="微软雅黑" panose="020B0503020204020204" pitchFamily="34" charset="-122"/>
                <a:sym typeface="+mn-ea"/>
              </a:rPr>
              <a:t>MiMo-V2.6-Flash</a:t>
            </a:r>
            <a:r>
              <a:rPr lang="zh-CN" altLang="en-US" sz="2000" b="1" dirty="0">
                <a:solidFill>
                  <a:srgbClr val="103380"/>
                </a:solidFill>
                <a:latin typeface="微软雅黑" panose="020B0503020204020204" pitchFamily="34" charset="-122"/>
                <a:ea typeface="微软雅黑" panose="020B0503020204020204" pitchFamily="34" charset="-122"/>
                <a:sym typeface="+mn-ea"/>
              </a:rPr>
              <a:t>（已写入</a:t>
            </a:r>
            <a:r>
              <a:rPr lang="en-US" altLang="zh-CN" sz="2000" b="1" dirty="0">
                <a:solidFill>
                  <a:srgbClr val="103380"/>
                </a:solidFill>
                <a:latin typeface="微软雅黑" panose="020B0503020204020204" pitchFamily="34" charset="-122"/>
                <a:ea typeface="微软雅黑" panose="020B0503020204020204" pitchFamily="34" charset="-122"/>
                <a:sym typeface="+mn-ea"/>
              </a:rPr>
              <a:t>env</a:t>
            </a:r>
            <a:r>
              <a:rPr lang="zh-CN" altLang="en-US" sz="2000" b="1" dirty="0">
                <a:solidFill>
                  <a:srgbClr val="103380"/>
                </a:solidFill>
                <a:latin typeface="微软雅黑" panose="020B0503020204020204" pitchFamily="34" charset="-122"/>
                <a:ea typeface="微软雅黑" panose="020B0503020204020204" pitchFamily="34" charset="-122"/>
                <a:sym typeface="+mn-ea"/>
              </a:rPr>
              <a:t>）</a:t>
            </a:r>
            <a:endParaRPr lang="en-US" altLang="zh-CN" sz="2000" b="1" dirty="0">
              <a:solidFill>
                <a:srgbClr val="103380"/>
              </a:solidFill>
              <a:latin typeface="微软雅黑" panose="020B0503020204020204" pitchFamily="34" charset="-122"/>
              <a:ea typeface="微软雅黑" panose="020B0503020204020204" pitchFamily="34" charset="-122"/>
              <a:sym typeface="+mn-ea"/>
            </a:endParaRPr>
          </a:p>
          <a:p>
            <a:pPr marL="342900" indent="-342900" algn="l">
              <a:lnSpc>
                <a:spcPct val="125000"/>
              </a:lnSpc>
              <a:spcBef>
                <a:spcPts val="0"/>
              </a:spcBef>
              <a:spcAft>
                <a:spcPts val="0"/>
              </a:spcAft>
              <a:buClrTx/>
              <a:buSzTx/>
              <a:buFont typeface="Wingdings" panose="05000000000000000000" charset="0"/>
              <a:buChar char="l"/>
            </a:pPr>
            <a:r>
              <a:rPr lang="en-US" altLang="zh-CN" sz="2000" b="1" dirty="0">
                <a:solidFill>
                  <a:srgbClr val="103380"/>
                </a:solidFill>
                <a:latin typeface="微软雅黑" panose="020B0503020204020204" pitchFamily="34" charset="-122"/>
                <a:ea typeface="微软雅黑" panose="020B0503020204020204" pitchFamily="34" charset="-122"/>
                <a:sym typeface="+mn-ea"/>
              </a:rPr>
              <a:t>UI</a:t>
            </a:r>
            <a:r>
              <a:rPr lang="zh-CN" altLang="en-US" sz="2000" b="1" dirty="0">
                <a:solidFill>
                  <a:srgbClr val="103380"/>
                </a:solidFill>
                <a:latin typeface="微软雅黑" panose="020B0503020204020204" pitchFamily="34" charset="-122"/>
                <a:ea typeface="微软雅黑" panose="020B0503020204020204" pitchFamily="34" charset="-122"/>
                <a:sym typeface="+mn-ea"/>
              </a:rPr>
              <a:t>的</a:t>
            </a:r>
            <a:r>
              <a:rPr lang="en-US" altLang="zh-CN" sz="2000" b="1" dirty="0">
                <a:solidFill>
                  <a:srgbClr val="103380"/>
                </a:solidFill>
                <a:latin typeface="微软雅黑" panose="020B0503020204020204" pitchFamily="34" charset="-122"/>
                <a:ea typeface="微软雅黑" panose="020B0503020204020204" pitchFamily="34" charset="-122"/>
                <a:sym typeface="+mn-ea"/>
              </a:rPr>
              <a:t>展示链路</a:t>
            </a:r>
            <a:r>
              <a:rPr lang="zh-CN" altLang="en-US" sz="2000" b="1" dirty="0">
                <a:solidFill>
                  <a:srgbClr val="103380"/>
                </a:solidFill>
                <a:latin typeface="微软雅黑" panose="020B0503020204020204" pitchFamily="34" charset="-122"/>
                <a:ea typeface="微软雅黑" panose="020B0503020204020204" pitchFamily="34" charset="-122"/>
                <a:sym typeface="+mn-ea"/>
              </a:rPr>
              <a:t>优化</a:t>
            </a:r>
            <a:endParaRPr lang="en-US" altLang="zh-CN" sz="2000" b="1" dirty="0">
              <a:solidFill>
                <a:srgbClr val="103380"/>
              </a:solidFill>
              <a:latin typeface="微软雅黑" panose="020B0503020204020204" pitchFamily="34" charset="-122"/>
              <a:ea typeface="微软雅黑" panose="020B0503020204020204" pitchFamily="34" charset="-122"/>
              <a:sym typeface="+mn-ea"/>
            </a:endParaRPr>
          </a:p>
          <a:p>
            <a:pPr marL="342900" indent="-342900" algn="l">
              <a:lnSpc>
                <a:spcPct val="125000"/>
              </a:lnSpc>
              <a:spcBef>
                <a:spcPts val="0"/>
              </a:spcBef>
              <a:spcAft>
                <a:spcPts val="0"/>
              </a:spcAft>
              <a:buClrTx/>
              <a:buSzTx/>
              <a:buFont typeface="Wingdings" panose="05000000000000000000" charset="0"/>
              <a:buChar char="l"/>
            </a:pPr>
            <a:r>
              <a:rPr lang="zh-CN" altLang="en-US" sz="2400" b="1" dirty="0">
                <a:solidFill>
                  <a:srgbClr val="103380"/>
                </a:solidFill>
                <a:latin typeface="微软雅黑" panose="020B0503020204020204" pitchFamily="34" charset="-122"/>
                <a:ea typeface="微软雅黑" panose="020B0503020204020204" pitchFamily="34" charset="-122"/>
                <a:sym typeface="+mn-ea"/>
              </a:rPr>
              <a:t>问题：</a:t>
            </a:r>
            <a:endParaRPr lang="zh-CN" altLang="en-US" sz="2400" b="1" dirty="0">
              <a:solidFill>
                <a:srgbClr val="103380"/>
              </a:solidFill>
              <a:latin typeface="微软雅黑" panose="020B0503020204020204" pitchFamily="34" charset="-122"/>
              <a:ea typeface="微软雅黑" panose="020B0503020204020204" pitchFamily="34" charset="-122"/>
              <a:sym typeface="+mn-ea"/>
            </a:endParaRPr>
          </a:p>
          <a:p>
            <a:pPr marL="342900" indent="-342900" algn="l">
              <a:lnSpc>
                <a:spcPct val="125000"/>
              </a:lnSpc>
              <a:spcBef>
                <a:spcPts val="0"/>
              </a:spcBef>
              <a:spcAft>
                <a:spcPts val="0"/>
              </a:spcAft>
              <a:buClrTx/>
              <a:buSzTx/>
              <a:buFont typeface="Wingdings" panose="05000000000000000000" charset="0"/>
              <a:buChar char="l"/>
            </a:pPr>
            <a:r>
              <a:rPr lang="zh-CN" altLang="en-US" sz="2000" b="1" dirty="0">
                <a:solidFill>
                  <a:srgbClr val="C00000"/>
                </a:solidFill>
                <a:latin typeface="微软雅黑" panose="020B0503020204020204" pitchFamily="34" charset="-122"/>
                <a:ea typeface="微软雅黑" panose="020B0503020204020204" pitchFamily="34" charset="-122"/>
                <a:sym typeface="+mn-ea"/>
              </a:rPr>
              <a:t>测评集能力分析，选择与认领分工</a:t>
            </a:r>
            <a:r>
              <a:rPr lang="zh-CN" altLang="en-US" sz="2000" b="1" dirty="0">
                <a:solidFill>
                  <a:srgbClr val="103380"/>
                </a:solidFill>
                <a:latin typeface="微软雅黑" panose="020B0503020204020204" pitchFamily="34" charset="-122"/>
                <a:ea typeface="微软雅黑" panose="020B0503020204020204" pitchFamily="34" charset="-122"/>
                <a:sym typeface="+mn-ea"/>
              </a:rPr>
              <a:t>（跑评测与试用</a:t>
            </a:r>
            <a:r>
              <a:rPr lang="zh-CN" altLang="en-US" sz="2000" b="1" dirty="0">
                <a:solidFill>
                  <a:srgbClr val="103380"/>
                </a:solidFill>
                <a:latin typeface="微软雅黑" panose="020B0503020204020204" pitchFamily="34" charset="-122"/>
                <a:ea typeface="微软雅黑" panose="020B0503020204020204" pitchFamily="34" charset="-122"/>
                <a:sym typeface="+mn-ea"/>
              </a:rPr>
              <a:t>体验）</a:t>
            </a:r>
            <a:endParaRPr lang="zh-CN" altLang="en-US" sz="2000" b="1" dirty="0">
              <a:solidFill>
                <a:srgbClr val="103380"/>
              </a:solidFill>
              <a:latin typeface="微软雅黑" panose="020B0503020204020204" pitchFamily="34" charset="-122"/>
              <a:ea typeface="微软雅黑" panose="020B0503020204020204" pitchFamily="34" charset="-122"/>
              <a:sym typeface="+mn-ea"/>
            </a:endParaRPr>
          </a:p>
          <a:p>
            <a:pPr marL="342900" indent="-342900" algn="l">
              <a:lnSpc>
                <a:spcPct val="125000"/>
              </a:lnSpc>
              <a:spcBef>
                <a:spcPts val="0"/>
              </a:spcBef>
              <a:spcAft>
                <a:spcPts val="0"/>
              </a:spcAft>
              <a:buClrTx/>
              <a:buSzTx/>
              <a:buFont typeface="Wingdings" panose="05000000000000000000" charset="0"/>
              <a:buChar char="l"/>
            </a:pPr>
            <a:r>
              <a:rPr lang="zh-CN" altLang="en-US" sz="2000" b="1" dirty="0">
                <a:solidFill>
                  <a:srgbClr val="103380"/>
                </a:solidFill>
                <a:latin typeface="微软雅黑" panose="020B0503020204020204" pitchFamily="34" charset="-122"/>
                <a:ea typeface="微软雅黑" panose="020B0503020204020204" pitchFamily="34" charset="-122"/>
                <a:sym typeface="+mn-ea"/>
              </a:rPr>
              <a:t>跨源能力怎么</a:t>
            </a:r>
            <a:r>
              <a:rPr lang="zh-CN" altLang="en-US" sz="2000" b="1" dirty="0">
                <a:solidFill>
                  <a:srgbClr val="103380"/>
                </a:solidFill>
                <a:latin typeface="微软雅黑" panose="020B0503020204020204" pitchFamily="34" charset="-122"/>
                <a:ea typeface="微软雅黑" panose="020B0503020204020204" pitchFamily="34" charset="-122"/>
                <a:sym typeface="+mn-ea"/>
              </a:rPr>
              <a:t>做好？</a:t>
            </a:r>
            <a:endParaRPr lang="zh-CN" altLang="en-US" sz="2000" b="1" dirty="0">
              <a:solidFill>
                <a:srgbClr val="103380"/>
              </a:solidFill>
              <a:latin typeface="微软雅黑" panose="020B0503020204020204" pitchFamily="34" charset="-122"/>
              <a:ea typeface="微软雅黑" panose="020B0503020204020204" pitchFamily="34" charset="-122"/>
              <a:sym typeface="+mn-ea"/>
            </a:endParaRPr>
          </a:p>
          <a:p>
            <a:pPr marL="342900" indent="-342900" algn="l">
              <a:lnSpc>
                <a:spcPct val="125000"/>
              </a:lnSpc>
              <a:spcBef>
                <a:spcPts val="0"/>
              </a:spcBef>
              <a:spcAft>
                <a:spcPts val="0"/>
              </a:spcAft>
              <a:buClrTx/>
              <a:buSzTx/>
              <a:buFont typeface="Wingdings" panose="05000000000000000000" charset="0"/>
              <a:buChar char="l"/>
            </a:pPr>
            <a:r>
              <a:rPr lang="en-US" altLang="zh-CN" sz="2000" b="1" dirty="0">
                <a:solidFill>
                  <a:srgbClr val="103380"/>
                </a:solidFill>
                <a:latin typeface="微软雅黑" panose="020B0503020204020204" pitchFamily="34" charset="-122"/>
                <a:ea typeface="微软雅黑" panose="020B0503020204020204" pitchFamily="34" charset="-122"/>
                <a:sym typeface="+mn-ea"/>
              </a:rPr>
              <a:t>UI</a:t>
            </a:r>
            <a:r>
              <a:rPr lang="zh-CN" altLang="en-US" sz="2000" b="1" dirty="0">
                <a:solidFill>
                  <a:srgbClr val="103380"/>
                </a:solidFill>
                <a:latin typeface="微软雅黑" panose="020B0503020204020204" pitchFamily="34" charset="-122"/>
                <a:ea typeface="微软雅黑" panose="020B0503020204020204" pitchFamily="34" charset="-122"/>
                <a:sym typeface="+mn-ea"/>
              </a:rPr>
              <a:t>太粗糙，已初步删减和</a:t>
            </a:r>
            <a:r>
              <a:rPr lang="zh-CN" altLang="en-US" sz="2000" b="1" dirty="0">
                <a:solidFill>
                  <a:srgbClr val="103380"/>
                </a:solidFill>
                <a:latin typeface="微软雅黑" panose="020B0503020204020204" pitchFamily="34" charset="-122"/>
                <a:ea typeface="微软雅黑" panose="020B0503020204020204" pitchFamily="34" charset="-122"/>
                <a:sym typeface="+mn-ea"/>
              </a:rPr>
              <a:t>优化，后面考虑用ｓｋｉｌｌ重构</a:t>
            </a:r>
            <a:endParaRPr lang="zh-CN" altLang="en-US" sz="2000" b="1" dirty="0">
              <a:solidFill>
                <a:srgbClr val="103380"/>
              </a:solidFill>
              <a:latin typeface="微软雅黑" panose="020B0503020204020204" pitchFamily="34" charset="-122"/>
              <a:ea typeface="微软雅黑" panose="020B0503020204020204" pitchFamily="34" charset="-122"/>
              <a:sym typeface="+mn-ea"/>
            </a:endParaRPr>
          </a:p>
          <a:p>
            <a:pPr indent="0" algn="l">
              <a:lnSpc>
                <a:spcPct val="125000"/>
              </a:lnSpc>
              <a:spcBef>
                <a:spcPts val="0"/>
              </a:spcBef>
              <a:spcAft>
                <a:spcPts val="0"/>
              </a:spcAft>
              <a:buClrTx/>
              <a:buSzTx/>
              <a:buFont typeface="Wingdings" panose="05000000000000000000" charset="0"/>
              <a:buNone/>
            </a:pPr>
            <a:endParaRPr lang="zh-CN" altLang="en-US" sz="2000" b="1" dirty="0">
              <a:solidFill>
                <a:srgbClr val="103380"/>
              </a:solidFill>
              <a:latin typeface="微软雅黑" panose="020B0503020204020204" pitchFamily="34" charset="-122"/>
              <a:ea typeface="微软雅黑" panose="020B0503020204020204" pitchFamily="34" charset="-122"/>
              <a:sym typeface="+mn-ea"/>
            </a:endParaRPr>
          </a:p>
          <a:p>
            <a:pPr marL="342900" indent="-342900" algn="l">
              <a:lnSpc>
                <a:spcPct val="125000"/>
              </a:lnSpc>
              <a:spcBef>
                <a:spcPts val="0"/>
              </a:spcBef>
              <a:spcAft>
                <a:spcPts val="0"/>
              </a:spcAft>
              <a:buClrTx/>
              <a:buSzTx/>
              <a:buFont typeface="Wingdings" panose="05000000000000000000" charset="0"/>
              <a:buChar char="l"/>
            </a:pPr>
            <a:r>
              <a:rPr lang="zh-CN" altLang="en-US" sz="2400" b="1" dirty="0">
                <a:solidFill>
                  <a:srgbClr val="103380"/>
                </a:solidFill>
                <a:latin typeface="微软雅黑" panose="020B0503020204020204" pitchFamily="34" charset="-122"/>
                <a:ea typeface="微软雅黑" panose="020B0503020204020204" pitchFamily="34" charset="-122"/>
                <a:sym typeface="+mn-ea"/>
              </a:rPr>
              <a:t>目标：</a:t>
            </a:r>
            <a:endParaRPr lang="zh-CN" altLang="en-US" sz="2400" b="1" dirty="0">
              <a:solidFill>
                <a:srgbClr val="103380"/>
              </a:solidFill>
              <a:latin typeface="微软雅黑" panose="020B0503020204020204" pitchFamily="34" charset="-122"/>
              <a:ea typeface="微软雅黑" panose="020B0503020204020204" pitchFamily="34" charset="-122"/>
              <a:sym typeface="+mn-ea"/>
            </a:endParaRPr>
          </a:p>
          <a:p>
            <a:pPr marL="342900" indent="-342900" algn="l">
              <a:lnSpc>
                <a:spcPct val="125000"/>
              </a:lnSpc>
              <a:spcBef>
                <a:spcPts val="0"/>
              </a:spcBef>
              <a:spcAft>
                <a:spcPts val="0"/>
              </a:spcAft>
              <a:buClrTx/>
              <a:buSzTx/>
              <a:buFont typeface="Wingdings" panose="05000000000000000000" charset="0"/>
              <a:buChar char="l"/>
            </a:pPr>
            <a:r>
              <a:rPr lang="zh-CN" altLang="en-US" sz="2000" b="1" dirty="0">
                <a:solidFill>
                  <a:srgbClr val="103380"/>
                </a:solidFill>
                <a:latin typeface="微软雅黑" panose="020B0503020204020204" pitchFamily="34" charset="-122"/>
                <a:ea typeface="微软雅黑" panose="020B0503020204020204" pitchFamily="34" charset="-122"/>
                <a:sym typeface="+mn-ea"/>
              </a:rPr>
              <a:t>对应</a:t>
            </a:r>
            <a:r>
              <a:rPr lang="zh-CN" altLang="en-US" sz="2000" b="1" dirty="0">
                <a:solidFill>
                  <a:srgbClr val="C00000"/>
                </a:solidFill>
                <a:latin typeface="微软雅黑" panose="020B0503020204020204" pitchFamily="34" charset="-122"/>
                <a:ea typeface="微软雅黑" panose="020B0503020204020204" pitchFamily="34" charset="-122"/>
                <a:sym typeface="+mn-ea"/>
              </a:rPr>
              <a:t>专项准确率至少</a:t>
            </a:r>
            <a:r>
              <a:rPr lang="en-US" altLang="zh-CN" sz="2000" b="1" dirty="0">
                <a:solidFill>
                  <a:srgbClr val="C00000"/>
                </a:solidFill>
                <a:latin typeface="微软雅黑" panose="020B0503020204020204" pitchFamily="34" charset="-122"/>
                <a:ea typeface="微软雅黑" panose="020B0503020204020204" pitchFamily="34" charset="-122"/>
                <a:sym typeface="+mn-ea"/>
              </a:rPr>
              <a:t>70%</a:t>
            </a:r>
            <a:r>
              <a:rPr lang="zh-CN" altLang="en-US" sz="2000" b="1" dirty="0">
                <a:solidFill>
                  <a:srgbClr val="C00000"/>
                </a:solidFill>
                <a:latin typeface="微软雅黑" panose="020B0503020204020204" pitchFamily="34" charset="-122"/>
                <a:ea typeface="微软雅黑" panose="020B0503020204020204" pitchFamily="34" charset="-122"/>
                <a:sym typeface="+mn-ea"/>
              </a:rPr>
              <a:t>以上</a:t>
            </a:r>
            <a:r>
              <a:rPr lang="zh-CN" altLang="en-US" sz="2000" b="1" dirty="0">
                <a:solidFill>
                  <a:srgbClr val="103380"/>
                </a:solidFill>
                <a:latin typeface="微软雅黑" panose="020B0503020204020204" pitchFamily="34" charset="-122"/>
                <a:ea typeface="微软雅黑" panose="020B0503020204020204" pitchFamily="34" charset="-122"/>
                <a:sym typeface="+mn-ea"/>
              </a:rPr>
              <a:t>，不做的专项</a:t>
            </a:r>
            <a:r>
              <a:rPr lang="zh-CN" altLang="en-US" sz="2000" b="1" dirty="0">
                <a:solidFill>
                  <a:srgbClr val="103380"/>
                </a:solidFill>
                <a:latin typeface="微软雅黑" panose="020B0503020204020204" pitchFamily="34" charset="-122"/>
                <a:ea typeface="微软雅黑" panose="020B0503020204020204" pitchFamily="34" charset="-122"/>
                <a:sym typeface="+mn-ea"/>
              </a:rPr>
              <a:t>后续删除</a:t>
            </a:r>
            <a:r>
              <a:rPr lang="zh-CN" altLang="en-US" sz="2000" b="1" dirty="0">
                <a:solidFill>
                  <a:srgbClr val="103380"/>
                </a:solidFill>
                <a:latin typeface="微软雅黑" panose="020B0503020204020204" pitchFamily="34" charset="-122"/>
                <a:ea typeface="微软雅黑" panose="020B0503020204020204" pitchFamily="34" charset="-122"/>
                <a:sym typeface="+mn-ea"/>
              </a:rPr>
              <a:t>对应测试</a:t>
            </a:r>
            <a:endParaRPr lang="zh-CN" altLang="en-US" sz="2000" b="1" dirty="0">
              <a:solidFill>
                <a:srgbClr val="103380"/>
              </a:solidFill>
              <a:latin typeface="微软雅黑" panose="020B0503020204020204" pitchFamily="34" charset="-122"/>
              <a:ea typeface="微软雅黑" panose="020B0503020204020204" pitchFamily="34" charset="-122"/>
              <a:sym typeface="+mn-ea"/>
            </a:endParaRPr>
          </a:p>
          <a:p>
            <a:pPr marL="342900" indent="-342900" algn="l">
              <a:lnSpc>
                <a:spcPct val="125000"/>
              </a:lnSpc>
              <a:spcBef>
                <a:spcPts val="0"/>
              </a:spcBef>
              <a:spcAft>
                <a:spcPts val="0"/>
              </a:spcAft>
              <a:buClrTx/>
              <a:buSzTx/>
              <a:buFont typeface="Wingdings" panose="05000000000000000000" charset="0"/>
              <a:buChar char="l"/>
            </a:pPr>
            <a:r>
              <a:rPr lang="zh-CN" altLang="en-US" sz="2000" b="1" dirty="0">
                <a:solidFill>
                  <a:srgbClr val="C00000"/>
                </a:solidFill>
                <a:latin typeface="微软雅黑" panose="020B0503020204020204" pitchFamily="34" charset="-122"/>
                <a:ea typeface="微软雅黑" panose="020B0503020204020204" pitchFamily="34" charset="-122"/>
                <a:sym typeface="+mn-ea"/>
              </a:rPr>
              <a:t>测试集适当扩充，要求各项至少</a:t>
            </a:r>
            <a:r>
              <a:rPr lang="en-US" altLang="zh-CN" sz="2000" b="1" dirty="0">
                <a:solidFill>
                  <a:srgbClr val="C00000"/>
                </a:solidFill>
                <a:latin typeface="微软雅黑" panose="020B0503020204020204" pitchFamily="34" charset="-122"/>
                <a:ea typeface="微软雅黑" panose="020B0503020204020204" pitchFamily="34" charset="-122"/>
                <a:sym typeface="+mn-ea"/>
              </a:rPr>
              <a:t>10</a:t>
            </a:r>
            <a:r>
              <a:rPr lang="zh-CN" altLang="en-US" sz="2000" b="1" dirty="0">
                <a:solidFill>
                  <a:srgbClr val="C00000"/>
                </a:solidFill>
                <a:latin typeface="微软雅黑" panose="020B0503020204020204" pitchFamily="34" charset="-122"/>
                <a:ea typeface="微软雅黑" panose="020B0503020204020204" pitchFamily="34" charset="-122"/>
                <a:sym typeface="+mn-ea"/>
              </a:rPr>
              <a:t>个，可以做</a:t>
            </a:r>
            <a:r>
              <a:rPr lang="en-US" altLang="zh-CN" sz="2000" b="1" dirty="0">
                <a:solidFill>
                  <a:srgbClr val="C00000"/>
                </a:solidFill>
                <a:latin typeface="微软雅黑" panose="020B0503020204020204" pitchFamily="34" charset="-122"/>
                <a:ea typeface="微软雅黑" panose="020B0503020204020204" pitchFamily="34" charset="-122"/>
                <a:sym typeface="+mn-ea"/>
              </a:rPr>
              <a:t>15+</a:t>
            </a:r>
            <a:r>
              <a:rPr lang="zh-CN" altLang="en-US" sz="2000" b="1" dirty="0">
                <a:solidFill>
                  <a:srgbClr val="C00000"/>
                </a:solidFill>
                <a:latin typeface="微软雅黑" panose="020B0503020204020204" pitchFamily="34" charset="-122"/>
                <a:ea typeface="微软雅黑" panose="020B0503020204020204" pitchFamily="34" charset="-122"/>
                <a:sym typeface="+mn-ea"/>
              </a:rPr>
              <a:t>个</a:t>
            </a:r>
            <a:r>
              <a:rPr lang="zh-CN" altLang="en-US" sz="2000" b="1" dirty="0">
                <a:solidFill>
                  <a:srgbClr val="103380"/>
                </a:solidFill>
                <a:latin typeface="微软雅黑" panose="020B0503020204020204" pitchFamily="34" charset="-122"/>
                <a:ea typeface="微软雅黑" panose="020B0503020204020204" pitchFamily="34" charset="-122"/>
                <a:sym typeface="+mn-ea"/>
              </a:rPr>
              <a:t>（对应部分在原基础上自己让</a:t>
            </a:r>
            <a:r>
              <a:rPr lang="en-US" altLang="zh-CN" sz="2000" b="1" dirty="0">
                <a:solidFill>
                  <a:srgbClr val="103380"/>
                </a:solidFill>
                <a:latin typeface="微软雅黑" panose="020B0503020204020204" pitchFamily="34" charset="-122"/>
                <a:ea typeface="微软雅黑" panose="020B0503020204020204" pitchFamily="34" charset="-122"/>
                <a:sym typeface="+mn-ea"/>
              </a:rPr>
              <a:t>ai</a:t>
            </a:r>
            <a:r>
              <a:rPr lang="zh-CN" altLang="en-US" sz="2000" b="1" dirty="0">
                <a:solidFill>
                  <a:srgbClr val="103380"/>
                </a:solidFill>
                <a:latin typeface="微软雅黑" panose="020B0503020204020204" pitchFamily="34" charset="-122"/>
                <a:ea typeface="微软雅黑" panose="020B0503020204020204" pitchFamily="34" charset="-122"/>
                <a:sym typeface="+mn-ea"/>
              </a:rPr>
              <a:t>结合</a:t>
            </a:r>
            <a:r>
              <a:rPr lang="zh-CN" altLang="en-US" sz="2000" b="1" dirty="0">
                <a:solidFill>
                  <a:srgbClr val="103380"/>
                </a:solidFill>
                <a:latin typeface="微软雅黑" panose="020B0503020204020204" pitchFamily="34" charset="-122"/>
                <a:ea typeface="微软雅黑" panose="020B0503020204020204" pitchFamily="34" charset="-122"/>
                <a:sym typeface="+mn-ea"/>
              </a:rPr>
              <a:t>数据集扩充）</a:t>
            </a:r>
            <a:endParaRPr lang="en-US" altLang="zh-CN" sz="2400" b="1" dirty="0">
              <a:solidFill>
                <a:srgbClr val="103380"/>
              </a:solidFill>
              <a:latin typeface="微软雅黑" panose="020B0503020204020204" pitchFamily="34" charset="-122"/>
              <a:ea typeface="微软雅黑" panose="020B0503020204020204" pitchFamily="34" charset="-122"/>
              <a:sym typeface="+mn-ea"/>
            </a:endParaRPr>
          </a:p>
          <a:p>
            <a:pPr indent="0" algn="l">
              <a:lnSpc>
                <a:spcPct val="125000"/>
              </a:lnSpc>
              <a:spcBef>
                <a:spcPts val="0"/>
              </a:spcBef>
              <a:spcAft>
                <a:spcPts val="0"/>
              </a:spcAft>
              <a:buClrTx/>
              <a:buSzTx/>
              <a:buFont typeface="Wingdings" panose="05000000000000000000" charset="0"/>
              <a:buNone/>
            </a:pPr>
            <a:endParaRPr lang="en-US" altLang="zh-CN" sz="2000" b="1" dirty="0">
              <a:solidFill>
                <a:srgbClr val="103380"/>
              </a:solidFill>
              <a:latin typeface="微软雅黑" panose="020B0503020204020204" pitchFamily="34" charset="-122"/>
              <a:ea typeface="微软雅黑" panose="020B0503020204020204" pitchFamily="34" charset="-122"/>
              <a:sym typeface="+mn-ea"/>
            </a:endParaRPr>
          </a:p>
          <a:p>
            <a:pPr indent="0" algn="l">
              <a:lnSpc>
                <a:spcPct val="125000"/>
              </a:lnSpc>
              <a:spcBef>
                <a:spcPts val="0"/>
              </a:spcBef>
              <a:spcAft>
                <a:spcPts val="0"/>
              </a:spcAft>
              <a:buClrTx/>
              <a:buSzTx/>
              <a:buFont typeface="Arial" panose="020B0604020202020204" pitchFamily="34" charset="0"/>
              <a:buNone/>
            </a:pPr>
            <a:endParaRPr lang="en-US" altLang="zh-CN" sz="2000" dirty="0">
              <a:solidFill>
                <a:srgbClr val="103380"/>
              </a:solidFill>
              <a:latin typeface="微软雅黑" panose="020B0503020204020204" pitchFamily="34" charset="-122"/>
              <a:ea typeface="微软雅黑" panose="020B0503020204020204" pitchFamily="34" charset="-122"/>
              <a:sym typeface="+mn-ea"/>
            </a:endParaRPr>
          </a:p>
        </p:txBody>
      </p:sp>
      <p:pic>
        <p:nvPicPr>
          <p:cNvPr id="3" name="图片 2"/>
          <p:cNvPicPr>
            <a:picLocks noChangeAspect="1"/>
          </p:cNvPicPr>
          <p:nvPr/>
        </p:nvPicPr>
        <p:blipFill>
          <a:blip r:embed="rId1"/>
          <a:stretch>
            <a:fillRect/>
          </a:stretch>
        </p:blipFill>
        <p:spPr>
          <a:xfrm>
            <a:off x="7931785" y="1012825"/>
            <a:ext cx="4071620" cy="2663190"/>
          </a:xfrm>
          <a:prstGeom prst="rect">
            <a:avLst/>
          </a:prstGeom>
        </p:spPr>
      </p:pic>
      <p:pic>
        <p:nvPicPr>
          <p:cNvPr id="5" name="图片 4"/>
          <p:cNvPicPr>
            <a:picLocks noChangeAspect="1"/>
          </p:cNvPicPr>
          <p:nvPr/>
        </p:nvPicPr>
        <p:blipFill>
          <a:blip r:embed="rId2"/>
          <a:stretch>
            <a:fillRect/>
          </a:stretch>
        </p:blipFill>
        <p:spPr>
          <a:xfrm>
            <a:off x="6242685" y="4149090"/>
            <a:ext cx="5581015" cy="90360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t>选择与</a:t>
            </a:r>
            <a:r>
              <a:t>分工</a:t>
            </a:r>
          </a:p>
        </p:txBody>
      </p:sp>
      <p:sp>
        <p:nvSpPr>
          <p:cNvPr id="4" name="Text Box 3"/>
          <p:cNvSpPr txBox="1"/>
          <p:nvPr/>
        </p:nvSpPr>
        <p:spPr>
          <a:xfrm>
            <a:off x="245110" y="774700"/>
            <a:ext cx="10175875" cy="5668645"/>
          </a:xfrm>
          <a:prstGeom prst="rect">
            <a:avLst/>
          </a:prstGeom>
          <a:noFill/>
        </p:spPr>
        <p:txBody>
          <a:bodyPr wrap="square" rtlCol="0">
            <a:noAutofit/>
          </a:bodyPr>
          <a:p>
            <a:pPr indent="0" algn="l">
              <a:lnSpc>
                <a:spcPct val="125000"/>
              </a:lnSpc>
              <a:spcBef>
                <a:spcPts val="0"/>
              </a:spcBef>
              <a:spcAft>
                <a:spcPts val="0"/>
              </a:spcAft>
              <a:buClrTx/>
              <a:buSzTx/>
              <a:buFont typeface="Wingdings" panose="05000000000000000000" charset="0"/>
              <a:buNone/>
            </a:pPr>
            <a:r>
              <a:rPr lang="zh-CN" altLang="en-US" sz="2400" b="1" dirty="0">
                <a:solidFill>
                  <a:srgbClr val="103380"/>
                </a:solidFill>
                <a:latin typeface="微软雅黑" panose="020B0503020204020204" pitchFamily="34" charset="-122"/>
                <a:ea typeface="微软雅黑" panose="020B0503020204020204" pitchFamily="34" charset="-122"/>
                <a:sym typeface="+mn-ea"/>
              </a:rPr>
              <a:t>优先</a:t>
            </a:r>
            <a:r>
              <a:rPr lang="en-US" altLang="zh-CN" sz="2400" b="1" dirty="0">
                <a:solidFill>
                  <a:srgbClr val="103380"/>
                </a:solidFill>
                <a:latin typeface="微软雅黑" panose="020B0503020204020204" pitchFamily="34" charset="-122"/>
                <a:ea typeface="微软雅黑" panose="020B0503020204020204" pitchFamily="34" charset="-122"/>
                <a:sym typeface="+mn-ea"/>
              </a:rPr>
              <a:t>:</a:t>
            </a:r>
            <a:endParaRPr lang="zh-CN" altLang="en-US" sz="2400" b="1" dirty="0">
              <a:solidFill>
                <a:srgbClr val="103380"/>
              </a:solidFill>
              <a:latin typeface="微软雅黑" panose="020B0503020204020204" pitchFamily="34" charset="-122"/>
              <a:ea typeface="微软雅黑" panose="020B0503020204020204" pitchFamily="34" charset="-122"/>
              <a:sym typeface="+mn-ea"/>
            </a:endParaRPr>
          </a:p>
          <a:p>
            <a:pPr marL="342900" indent="-342900" algn="l">
              <a:lnSpc>
                <a:spcPct val="125000"/>
              </a:lnSpc>
              <a:spcBef>
                <a:spcPts val="0"/>
              </a:spcBef>
              <a:spcAft>
                <a:spcPts val="0"/>
              </a:spcAft>
              <a:buClrTx/>
              <a:buSzTx/>
              <a:buFont typeface="Wingdings" panose="05000000000000000000" charset="0"/>
              <a:buChar char="l"/>
            </a:pPr>
            <a:r>
              <a:rPr lang="zh-CN" altLang="en-US" sz="2000" b="1" dirty="0">
                <a:solidFill>
                  <a:srgbClr val="103380"/>
                </a:solidFill>
                <a:latin typeface="微软雅黑" panose="020B0503020204020204" pitchFamily="34" charset="-122"/>
                <a:ea typeface="微软雅黑" panose="020B0503020204020204" pitchFamily="34" charset="-122"/>
                <a:sym typeface="+mn-ea"/>
              </a:rPr>
              <a:t>基础 </a:t>
            </a:r>
            <a:r>
              <a:rPr lang="en-US" altLang="zh-CN" sz="2000" b="1" dirty="0">
                <a:solidFill>
                  <a:srgbClr val="103380"/>
                </a:solidFill>
                <a:latin typeface="微软雅黑" panose="020B0503020204020204" pitchFamily="34" charset="-122"/>
                <a:ea typeface="微软雅黑" panose="020B0503020204020204" pitchFamily="34" charset="-122"/>
                <a:sym typeface="+mn-ea"/>
              </a:rPr>
              <a:t>NL2SQL  - chinook</a:t>
            </a:r>
            <a:r>
              <a:rPr lang="zh-CN" altLang="en-US" sz="2000" b="1" dirty="0">
                <a:solidFill>
                  <a:srgbClr val="103380"/>
                </a:solidFill>
                <a:latin typeface="微软雅黑" panose="020B0503020204020204" pitchFamily="34" charset="-122"/>
                <a:ea typeface="微软雅黑" panose="020B0503020204020204" pitchFamily="34" charset="-122"/>
                <a:sym typeface="+mn-ea"/>
              </a:rPr>
              <a:t>这边没问题，</a:t>
            </a:r>
            <a:r>
              <a:rPr lang="zh-CN" altLang="en-US" sz="2000" b="1" dirty="0">
                <a:solidFill>
                  <a:srgbClr val="103380"/>
                </a:solidFill>
                <a:latin typeface="微软雅黑" panose="020B0503020204020204" pitchFamily="34" charset="-122"/>
                <a:ea typeface="微软雅黑" panose="020B0503020204020204" pitchFamily="34" charset="-122"/>
                <a:sym typeface="+mn-ea"/>
              </a:rPr>
              <a:t>需扩充测评集</a:t>
            </a:r>
            <a:endParaRPr lang="en-US" altLang="zh-CN" sz="2000" b="1" dirty="0">
              <a:solidFill>
                <a:srgbClr val="103380"/>
              </a:solidFill>
              <a:latin typeface="微软雅黑" panose="020B0503020204020204" pitchFamily="34" charset="-122"/>
              <a:ea typeface="微软雅黑" panose="020B0503020204020204" pitchFamily="34" charset="-122"/>
              <a:sym typeface="+mn-ea"/>
            </a:endParaRPr>
          </a:p>
          <a:p>
            <a:pPr marL="342900" indent="-342900" algn="l">
              <a:lnSpc>
                <a:spcPct val="125000"/>
              </a:lnSpc>
              <a:spcBef>
                <a:spcPts val="0"/>
              </a:spcBef>
              <a:spcAft>
                <a:spcPts val="0"/>
              </a:spcAft>
              <a:buClrTx/>
              <a:buSzTx/>
              <a:buFont typeface="Wingdings" panose="05000000000000000000" charset="0"/>
              <a:buChar char="l"/>
            </a:pPr>
            <a:r>
              <a:rPr lang="zh-CN" altLang="en-US" sz="2000" b="1" dirty="0">
                <a:solidFill>
                  <a:srgbClr val="103380"/>
                </a:solidFill>
                <a:highlight>
                  <a:srgbClr val="FFFF00"/>
                </a:highlight>
                <a:latin typeface="微软雅黑" panose="020B0503020204020204" pitchFamily="34" charset="-122"/>
                <a:ea typeface="微软雅黑" panose="020B0503020204020204" pitchFamily="34" charset="-122"/>
                <a:sym typeface="+mn-ea"/>
              </a:rPr>
              <a:t>基础文档问答</a:t>
            </a:r>
            <a:r>
              <a:rPr lang="en-US" altLang="zh-CN" sz="2000" b="1" dirty="0">
                <a:solidFill>
                  <a:srgbClr val="103380"/>
                </a:solidFill>
                <a:highlight>
                  <a:srgbClr val="FFFF00"/>
                </a:highlight>
                <a:latin typeface="微软雅黑" panose="020B0503020204020204" pitchFamily="34" charset="-122"/>
                <a:ea typeface="微软雅黑" panose="020B0503020204020204" pitchFamily="34" charset="-122"/>
                <a:sym typeface="+mn-ea"/>
              </a:rPr>
              <a:t>eval_basic_rag.jsonl - RAG</a:t>
            </a:r>
            <a:r>
              <a:rPr lang="zh-CN" altLang="en-US" sz="2000" b="1" dirty="0">
                <a:solidFill>
                  <a:srgbClr val="103380"/>
                </a:solidFill>
                <a:highlight>
                  <a:srgbClr val="FFFF00"/>
                </a:highlight>
                <a:latin typeface="微软雅黑" panose="020B0503020204020204" pitchFamily="34" charset="-122"/>
                <a:ea typeface="微软雅黑" panose="020B0503020204020204" pitchFamily="34" charset="-122"/>
                <a:sym typeface="+mn-ea"/>
              </a:rPr>
              <a:t>精度问题</a:t>
            </a:r>
            <a:endParaRPr lang="zh-CN" altLang="en-US" sz="2000" b="1" dirty="0">
              <a:solidFill>
                <a:srgbClr val="103380"/>
              </a:solidFill>
              <a:highlight>
                <a:srgbClr val="FFFF00"/>
              </a:highlight>
              <a:latin typeface="微软雅黑" panose="020B0503020204020204" pitchFamily="34" charset="-122"/>
              <a:ea typeface="微软雅黑" panose="020B0503020204020204" pitchFamily="34" charset="-122"/>
              <a:sym typeface="+mn-ea"/>
            </a:endParaRPr>
          </a:p>
          <a:p>
            <a:pPr marL="342900" indent="-342900" algn="l">
              <a:lnSpc>
                <a:spcPct val="125000"/>
              </a:lnSpc>
              <a:spcBef>
                <a:spcPts val="0"/>
              </a:spcBef>
              <a:spcAft>
                <a:spcPts val="0"/>
              </a:spcAft>
              <a:buClrTx/>
              <a:buSzTx/>
              <a:buFont typeface="Wingdings" panose="05000000000000000000" charset="0"/>
              <a:buChar char="l"/>
            </a:pPr>
            <a:r>
              <a:rPr lang="zh-CN" altLang="en-US" sz="2000" b="1" dirty="0">
                <a:solidFill>
                  <a:srgbClr val="103380"/>
                </a:solidFill>
                <a:highlight>
                  <a:srgbClr val="FFFF00"/>
                </a:highlight>
                <a:latin typeface="微软雅黑" panose="020B0503020204020204" pitchFamily="34" charset="-122"/>
                <a:ea typeface="微软雅黑" panose="020B0503020204020204" pitchFamily="34" charset="-122"/>
                <a:sym typeface="+mn-ea"/>
              </a:rPr>
              <a:t>多文档问答</a:t>
            </a:r>
            <a:r>
              <a:rPr lang="en-US" altLang="zh-CN" sz="2000" b="1" dirty="0">
                <a:solidFill>
                  <a:srgbClr val="103380"/>
                </a:solidFill>
                <a:highlight>
                  <a:srgbClr val="FFFF00"/>
                </a:highlight>
                <a:latin typeface="微软雅黑" panose="020B0503020204020204" pitchFamily="34" charset="-122"/>
                <a:ea typeface="微软雅黑" panose="020B0503020204020204" pitchFamily="34" charset="-122"/>
                <a:sym typeface="+mn-ea"/>
              </a:rPr>
              <a:t> - RAG </a:t>
            </a:r>
            <a:r>
              <a:rPr lang="zh-CN" altLang="en-US" sz="2000" b="1" dirty="0">
                <a:solidFill>
                  <a:srgbClr val="103380"/>
                </a:solidFill>
                <a:highlight>
                  <a:srgbClr val="FFFF00"/>
                </a:highlight>
                <a:latin typeface="微软雅黑" panose="020B0503020204020204" pitchFamily="34" charset="-122"/>
                <a:ea typeface="微软雅黑" panose="020B0503020204020204" pitchFamily="34" charset="-122"/>
                <a:sym typeface="+mn-ea"/>
              </a:rPr>
              <a:t>问题</a:t>
            </a:r>
            <a:endParaRPr lang="zh-CN" altLang="en-US" sz="2000" b="1" dirty="0">
              <a:solidFill>
                <a:srgbClr val="103380"/>
              </a:solidFill>
              <a:highlight>
                <a:srgbClr val="FFFF00"/>
              </a:highlight>
              <a:latin typeface="微软雅黑" panose="020B0503020204020204" pitchFamily="34" charset="-122"/>
              <a:ea typeface="微软雅黑" panose="020B0503020204020204" pitchFamily="34" charset="-122"/>
              <a:sym typeface="+mn-ea"/>
            </a:endParaRPr>
          </a:p>
          <a:p>
            <a:pPr marL="342900" indent="-342900" algn="l">
              <a:lnSpc>
                <a:spcPct val="125000"/>
              </a:lnSpc>
              <a:spcBef>
                <a:spcPts val="0"/>
              </a:spcBef>
              <a:spcAft>
                <a:spcPts val="0"/>
              </a:spcAft>
              <a:buClrTx/>
              <a:buSzTx/>
              <a:buFont typeface="Wingdings" panose="05000000000000000000" charset="0"/>
              <a:buChar char="l"/>
            </a:pPr>
            <a:r>
              <a:rPr lang="zh-CN" altLang="en-US" sz="2000" b="1" dirty="0">
                <a:solidFill>
                  <a:srgbClr val="103380"/>
                </a:solidFill>
                <a:highlight>
                  <a:srgbClr val="FFFF00"/>
                </a:highlight>
                <a:latin typeface="微软雅黑" panose="020B0503020204020204" pitchFamily="34" charset="-122"/>
                <a:ea typeface="微软雅黑" panose="020B0503020204020204" pitchFamily="34" charset="-122"/>
                <a:sym typeface="+mn-ea"/>
              </a:rPr>
              <a:t>跨源问答</a:t>
            </a:r>
            <a:endParaRPr lang="zh-CN" altLang="en-US" sz="2000" b="1" dirty="0">
              <a:solidFill>
                <a:srgbClr val="103380"/>
              </a:solidFill>
              <a:highlight>
                <a:srgbClr val="FFFF00"/>
              </a:highlight>
              <a:latin typeface="微软雅黑" panose="020B0503020204020204" pitchFamily="34" charset="-122"/>
              <a:ea typeface="微软雅黑" panose="020B0503020204020204" pitchFamily="34" charset="-122"/>
              <a:sym typeface="+mn-ea"/>
            </a:endParaRPr>
          </a:p>
          <a:p>
            <a:pPr algn="l">
              <a:lnSpc>
                <a:spcPct val="125000"/>
              </a:lnSpc>
              <a:spcBef>
                <a:spcPts val="0"/>
              </a:spcBef>
              <a:spcAft>
                <a:spcPts val="0"/>
              </a:spcAft>
              <a:buClrTx/>
              <a:buSzTx/>
              <a:buFont typeface="Wingdings" panose="05000000000000000000" charset="0"/>
              <a:buNone/>
            </a:pPr>
            <a:r>
              <a:rPr lang="zh-CN" altLang="en-US" sz="2400" b="1" dirty="0">
                <a:solidFill>
                  <a:srgbClr val="103380"/>
                </a:solidFill>
                <a:latin typeface="微软雅黑" panose="020B0503020204020204" pitchFamily="34" charset="-122"/>
                <a:ea typeface="微软雅黑" panose="020B0503020204020204" pitchFamily="34" charset="-122"/>
                <a:sym typeface="+mn-ea"/>
              </a:rPr>
              <a:t>中级任务：</a:t>
            </a:r>
            <a:endParaRPr lang="zh-CN" altLang="en-US" sz="2400" b="1" dirty="0">
              <a:solidFill>
                <a:srgbClr val="103380"/>
              </a:solidFill>
              <a:latin typeface="微软雅黑" panose="020B0503020204020204" pitchFamily="34" charset="-122"/>
              <a:ea typeface="微软雅黑" panose="020B0503020204020204" pitchFamily="34" charset="-122"/>
              <a:sym typeface="+mn-ea"/>
            </a:endParaRPr>
          </a:p>
          <a:p>
            <a:pPr marL="342900" indent="-342900" algn="l">
              <a:lnSpc>
                <a:spcPct val="125000"/>
              </a:lnSpc>
              <a:spcBef>
                <a:spcPts val="0"/>
              </a:spcBef>
              <a:spcAft>
                <a:spcPts val="0"/>
              </a:spcAft>
              <a:buClrTx/>
              <a:buSzTx/>
              <a:buFont typeface="Wingdings" panose="05000000000000000000" charset="0"/>
              <a:buChar char="l"/>
            </a:pPr>
            <a:r>
              <a:rPr lang="zh-CN" altLang="en-US" sz="2000" b="1" dirty="0">
                <a:solidFill>
                  <a:srgbClr val="103380"/>
                </a:solidFill>
                <a:latin typeface="微软雅黑" panose="020B0503020204020204" pitchFamily="34" charset="-122"/>
                <a:ea typeface="微软雅黑" panose="020B0503020204020204" pitchFamily="34" charset="-122"/>
                <a:sym typeface="+mn-ea"/>
              </a:rPr>
              <a:t>专项·主动澄清</a:t>
            </a:r>
            <a:r>
              <a:rPr lang="en-US" altLang="zh-CN" sz="2000" b="1" dirty="0">
                <a:solidFill>
                  <a:srgbClr val="103380"/>
                </a:solidFill>
                <a:latin typeface="微软雅黑" panose="020B0503020204020204" pitchFamily="34" charset="-122"/>
                <a:ea typeface="微软雅黑" panose="020B0503020204020204" pitchFamily="34" charset="-122"/>
                <a:sym typeface="+mn-ea"/>
              </a:rPr>
              <a:t>eval_special_clarification.jsonl - </a:t>
            </a:r>
            <a:r>
              <a:rPr lang="zh-CN" altLang="en-US" sz="2000" b="1" dirty="0">
                <a:solidFill>
                  <a:srgbClr val="103380"/>
                </a:solidFill>
                <a:latin typeface="微软雅黑" panose="020B0503020204020204" pitchFamily="34" charset="-122"/>
                <a:ea typeface="微软雅黑" panose="020B0503020204020204" pitchFamily="34" charset="-122"/>
                <a:sym typeface="+mn-ea"/>
              </a:rPr>
              <a:t>中级三</a:t>
            </a:r>
            <a:r>
              <a:rPr lang="en-US" altLang="zh-CN" sz="2000" b="1" dirty="0">
                <a:solidFill>
                  <a:srgbClr val="103380"/>
                </a:solidFill>
                <a:latin typeface="微软雅黑" panose="020B0503020204020204" pitchFamily="34" charset="-122"/>
                <a:ea typeface="微软雅黑" panose="020B0503020204020204" pitchFamily="34" charset="-122"/>
                <a:sym typeface="+mn-ea"/>
              </a:rPr>
              <a:t> </a:t>
            </a:r>
            <a:endParaRPr lang="zh-CN" altLang="en-US" sz="2000" b="1" dirty="0">
              <a:solidFill>
                <a:srgbClr val="103380"/>
              </a:solidFill>
              <a:latin typeface="微软雅黑" panose="020B0503020204020204" pitchFamily="34" charset="-122"/>
              <a:ea typeface="微软雅黑" panose="020B0503020204020204" pitchFamily="34" charset="-122"/>
              <a:sym typeface="+mn-ea"/>
            </a:endParaRPr>
          </a:p>
          <a:p>
            <a:pPr marL="342900" indent="-342900" algn="l">
              <a:lnSpc>
                <a:spcPct val="125000"/>
              </a:lnSpc>
              <a:spcBef>
                <a:spcPts val="0"/>
              </a:spcBef>
              <a:spcAft>
                <a:spcPts val="0"/>
              </a:spcAft>
              <a:buClrTx/>
              <a:buSzTx/>
              <a:buFont typeface="Wingdings" panose="05000000000000000000" charset="0"/>
              <a:buChar char="l"/>
            </a:pPr>
            <a:r>
              <a:rPr lang="zh-CN" altLang="en-US" sz="2000" b="1" dirty="0">
                <a:solidFill>
                  <a:srgbClr val="103380"/>
                </a:solidFill>
                <a:latin typeface="微软雅黑" panose="020B0503020204020204" pitchFamily="34" charset="-122"/>
                <a:ea typeface="微软雅黑" panose="020B0503020204020204" pitchFamily="34" charset="-122"/>
                <a:sym typeface="+mn-ea"/>
              </a:rPr>
              <a:t>专项·别名与分类</a:t>
            </a:r>
            <a:r>
              <a:rPr lang="en-US" altLang="zh-CN" sz="2000" b="1" dirty="0">
                <a:solidFill>
                  <a:srgbClr val="103380"/>
                </a:solidFill>
                <a:latin typeface="微软雅黑" panose="020B0503020204020204" pitchFamily="34" charset="-122"/>
                <a:ea typeface="微软雅黑" panose="020B0503020204020204" pitchFamily="34" charset="-122"/>
                <a:sym typeface="+mn-ea"/>
              </a:rPr>
              <a:t>eval_special_alias_robustness.jsonl - </a:t>
            </a:r>
            <a:r>
              <a:rPr lang="zh-CN" altLang="en-US" sz="2000" b="1" dirty="0">
                <a:solidFill>
                  <a:srgbClr val="103380"/>
                </a:solidFill>
                <a:latin typeface="微软雅黑" panose="020B0503020204020204" pitchFamily="34" charset="-122"/>
                <a:ea typeface="微软雅黑" panose="020B0503020204020204" pitchFamily="34" charset="-122"/>
                <a:sym typeface="+mn-ea"/>
              </a:rPr>
              <a:t>中级一</a:t>
            </a:r>
            <a:endParaRPr lang="zh-CN" altLang="en-US" sz="2000" b="1" dirty="0">
              <a:solidFill>
                <a:srgbClr val="103380"/>
              </a:solidFill>
              <a:latin typeface="微软雅黑" panose="020B0503020204020204" pitchFamily="34" charset="-122"/>
              <a:ea typeface="微软雅黑" panose="020B0503020204020204" pitchFamily="34" charset="-122"/>
              <a:sym typeface="+mn-ea"/>
            </a:endParaRPr>
          </a:p>
          <a:p>
            <a:pPr marL="342900" indent="-342900" algn="l">
              <a:lnSpc>
                <a:spcPct val="125000"/>
              </a:lnSpc>
              <a:spcBef>
                <a:spcPts val="0"/>
              </a:spcBef>
              <a:spcAft>
                <a:spcPts val="0"/>
              </a:spcAft>
              <a:buClrTx/>
              <a:buSzTx/>
              <a:buFont typeface="Wingdings" panose="05000000000000000000" charset="0"/>
              <a:buChar char="l"/>
            </a:pPr>
            <a:endParaRPr lang="zh-CN" altLang="en-US" sz="2000" b="1" dirty="0">
              <a:solidFill>
                <a:srgbClr val="103380"/>
              </a:solidFill>
              <a:latin typeface="微软雅黑" panose="020B0503020204020204" pitchFamily="34" charset="-122"/>
              <a:ea typeface="微软雅黑" panose="020B0503020204020204" pitchFamily="34" charset="-122"/>
              <a:sym typeface="+mn-ea"/>
            </a:endParaRPr>
          </a:p>
          <a:p>
            <a:pPr marL="342900" indent="-342900" algn="l">
              <a:lnSpc>
                <a:spcPct val="125000"/>
              </a:lnSpc>
              <a:spcBef>
                <a:spcPts val="0"/>
              </a:spcBef>
              <a:spcAft>
                <a:spcPts val="0"/>
              </a:spcAft>
              <a:buClrTx/>
              <a:buSzTx/>
              <a:buFont typeface="Wingdings" panose="05000000000000000000" charset="0"/>
              <a:buChar char="l"/>
            </a:pPr>
            <a:r>
              <a:rPr lang="zh-CN" altLang="en-US" sz="2000" b="1" dirty="0">
                <a:solidFill>
                  <a:srgbClr val="103380"/>
                </a:solidFill>
                <a:latin typeface="微软雅黑" panose="020B0503020204020204" pitchFamily="34" charset="-122"/>
                <a:ea typeface="微软雅黑" panose="020B0503020204020204" pitchFamily="34" charset="-122"/>
                <a:sym typeface="+mn-ea"/>
              </a:rPr>
              <a:t>专项·多表关联</a:t>
            </a:r>
            <a:r>
              <a:rPr lang="en-US" altLang="zh-CN" sz="2000" b="1" dirty="0">
                <a:solidFill>
                  <a:srgbClr val="103380"/>
                </a:solidFill>
                <a:latin typeface="微软雅黑" panose="020B0503020204020204" pitchFamily="34" charset="-122"/>
                <a:ea typeface="微软雅黑" panose="020B0503020204020204" pitchFamily="34" charset="-122"/>
                <a:sym typeface="+mn-ea"/>
              </a:rPr>
              <a:t>eval_special_multitable.jsonl</a:t>
            </a:r>
            <a:r>
              <a:rPr lang="zh-CN" altLang="en-US" sz="2000" b="1" dirty="0">
                <a:solidFill>
                  <a:srgbClr val="103380"/>
                </a:solidFill>
                <a:latin typeface="微软雅黑" panose="020B0503020204020204" pitchFamily="34" charset="-122"/>
                <a:ea typeface="微软雅黑" panose="020B0503020204020204" pitchFamily="34" charset="-122"/>
                <a:sym typeface="+mn-ea"/>
              </a:rPr>
              <a:t> </a:t>
            </a:r>
            <a:r>
              <a:rPr lang="en-US" altLang="zh-CN" sz="2000" b="1" dirty="0">
                <a:solidFill>
                  <a:srgbClr val="103380"/>
                </a:solidFill>
                <a:latin typeface="微软雅黑" panose="020B0503020204020204" pitchFamily="34" charset="-122"/>
                <a:ea typeface="微软雅黑" panose="020B0503020204020204" pitchFamily="34" charset="-122"/>
                <a:sym typeface="+mn-ea"/>
              </a:rPr>
              <a:t>- </a:t>
            </a:r>
            <a:r>
              <a:rPr lang="zh-CN" altLang="en-US" sz="2000" b="1" dirty="0">
                <a:solidFill>
                  <a:srgbClr val="103380"/>
                </a:solidFill>
                <a:latin typeface="微软雅黑" panose="020B0503020204020204" pitchFamily="34" charset="-122"/>
                <a:ea typeface="微软雅黑" panose="020B0503020204020204" pitchFamily="34" charset="-122"/>
                <a:sym typeface="+mn-ea"/>
              </a:rPr>
              <a:t>中级</a:t>
            </a:r>
            <a:r>
              <a:rPr lang="zh-CN" altLang="en-US" sz="2000" b="1" dirty="0">
                <a:solidFill>
                  <a:srgbClr val="103380"/>
                </a:solidFill>
                <a:latin typeface="微软雅黑" panose="020B0503020204020204" pitchFamily="34" charset="-122"/>
                <a:ea typeface="微软雅黑" panose="020B0503020204020204" pitchFamily="34" charset="-122"/>
                <a:sym typeface="+mn-ea"/>
              </a:rPr>
              <a:t>四五</a:t>
            </a:r>
            <a:endParaRPr lang="zh-CN" altLang="en-US" sz="2000" b="1" dirty="0">
              <a:solidFill>
                <a:srgbClr val="103380"/>
              </a:solidFill>
              <a:latin typeface="微软雅黑" panose="020B0503020204020204" pitchFamily="34" charset="-122"/>
              <a:ea typeface="微软雅黑" panose="020B0503020204020204" pitchFamily="34" charset="-122"/>
              <a:sym typeface="+mn-ea"/>
            </a:endParaRPr>
          </a:p>
          <a:p>
            <a:pPr marL="342900" indent="-342900" algn="l">
              <a:lnSpc>
                <a:spcPct val="125000"/>
              </a:lnSpc>
              <a:spcBef>
                <a:spcPts val="0"/>
              </a:spcBef>
              <a:spcAft>
                <a:spcPts val="0"/>
              </a:spcAft>
              <a:buClrTx/>
              <a:buSzTx/>
              <a:buFont typeface="Wingdings" panose="05000000000000000000" charset="0"/>
              <a:buChar char="l"/>
            </a:pPr>
            <a:r>
              <a:rPr lang="zh-CN" altLang="en-US" sz="2000" b="1" dirty="0">
                <a:solidFill>
                  <a:srgbClr val="103380"/>
                </a:solidFill>
                <a:latin typeface="微软雅黑" panose="020B0503020204020204" pitchFamily="34" charset="-122"/>
                <a:ea typeface="微软雅黑" panose="020B0503020204020204" pitchFamily="34" charset="-122"/>
                <a:sym typeface="+mn-ea"/>
              </a:rPr>
              <a:t>专项·公式计算</a:t>
            </a:r>
            <a:r>
              <a:rPr lang="en-US" altLang="zh-CN" sz="2000" b="1" dirty="0">
                <a:solidFill>
                  <a:srgbClr val="103380"/>
                </a:solidFill>
                <a:latin typeface="微软雅黑" panose="020B0503020204020204" pitchFamily="34" charset="-122"/>
                <a:ea typeface="微软雅黑" panose="020B0503020204020204" pitchFamily="34" charset="-122"/>
                <a:sym typeface="+mn-ea"/>
              </a:rPr>
              <a:t>eval_special_formula.jsonl - </a:t>
            </a:r>
            <a:r>
              <a:rPr lang="zh-CN" altLang="en-US" sz="2000" b="1" dirty="0">
                <a:solidFill>
                  <a:srgbClr val="103380"/>
                </a:solidFill>
                <a:latin typeface="微软雅黑" panose="020B0503020204020204" pitchFamily="34" charset="-122"/>
                <a:ea typeface="微软雅黑" panose="020B0503020204020204" pitchFamily="34" charset="-122"/>
                <a:sym typeface="+mn-ea"/>
              </a:rPr>
              <a:t>中级六</a:t>
            </a:r>
            <a:endParaRPr lang="zh-CN" altLang="en-US" sz="2000" b="1" dirty="0">
              <a:solidFill>
                <a:srgbClr val="103380"/>
              </a:solidFill>
              <a:latin typeface="微软雅黑" panose="020B0503020204020204" pitchFamily="34" charset="-122"/>
              <a:ea typeface="微软雅黑" panose="020B0503020204020204" pitchFamily="34" charset="-122"/>
              <a:sym typeface="+mn-ea"/>
            </a:endParaRPr>
          </a:p>
          <a:p>
            <a:pPr marL="342900" indent="-342900" algn="l">
              <a:lnSpc>
                <a:spcPct val="125000"/>
              </a:lnSpc>
              <a:spcBef>
                <a:spcPts val="0"/>
              </a:spcBef>
              <a:spcAft>
                <a:spcPts val="0"/>
              </a:spcAft>
              <a:buClrTx/>
              <a:buSzTx/>
              <a:buFont typeface="Wingdings" panose="05000000000000000000" charset="0"/>
              <a:buChar char="l"/>
            </a:pPr>
            <a:r>
              <a:rPr lang="zh-CN" altLang="en-US" sz="2000" b="1" dirty="0">
                <a:solidFill>
                  <a:srgbClr val="103380"/>
                </a:solidFill>
                <a:latin typeface="微软雅黑" panose="020B0503020204020204" pitchFamily="34" charset="-122"/>
                <a:ea typeface="微软雅黑" panose="020B0503020204020204" pitchFamily="34" charset="-122"/>
                <a:sym typeface="+mn-ea"/>
              </a:rPr>
              <a:t>专项·多模态（扩数据集，修测评集题目）</a:t>
            </a:r>
            <a:endParaRPr lang="zh-CN" altLang="en-US" sz="2000" b="1" dirty="0">
              <a:solidFill>
                <a:srgbClr val="103380"/>
              </a:solidFill>
              <a:latin typeface="微软雅黑" panose="020B0503020204020204" pitchFamily="34" charset="-122"/>
              <a:ea typeface="微软雅黑" panose="020B0503020204020204" pitchFamily="34" charset="-122"/>
              <a:sym typeface="+mn-ea"/>
            </a:endParaRPr>
          </a:p>
          <a:p>
            <a:pPr marL="342900" indent="-342900" algn="l">
              <a:lnSpc>
                <a:spcPct val="125000"/>
              </a:lnSpc>
              <a:spcBef>
                <a:spcPts val="0"/>
              </a:spcBef>
              <a:spcAft>
                <a:spcPts val="0"/>
              </a:spcAft>
              <a:buClrTx/>
              <a:buSzTx/>
              <a:buFont typeface="Wingdings" panose="05000000000000000000" charset="0"/>
              <a:buChar char="l"/>
            </a:pPr>
            <a:r>
              <a:rPr lang="zh-CN" altLang="en-US" sz="2000" b="1" dirty="0">
                <a:solidFill>
                  <a:srgbClr val="103380"/>
                </a:solidFill>
                <a:latin typeface="微软雅黑" panose="020B0503020204020204" pitchFamily="34" charset="-122"/>
                <a:ea typeface="微软雅黑" panose="020B0503020204020204" pitchFamily="34" charset="-122"/>
                <a:sym typeface="+mn-ea"/>
              </a:rPr>
              <a:t>专项</a:t>
            </a:r>
            <a:r>
              <a:rPr lang="en-US" altLang="zh-CN" sz="2000" b="1" dirty="0">
                <a:solidFill>
                  <a:srgbClr val="103380"/>
                </a:solidFill>
                <a:latin typeface="微软雅黑" panose="020B0503020204020204" pitchFamily="34" charset="-122"/>
                <a:ea typeface="微软雅黑" panose="020B0503020204020204" pitchFamily="34" charset="-122"/>
                <a:sym typeface="+mn-ea"/>
              </a:rPr>
              <a:t>·</a:t>
            </a:r>
            <a:r>
              <a:rPr lang="zh-CN" altLang="en-US" sz="2000" b="1" dirty="0">
                <a:solidFill>
                  <a:srgbClr val="103380"/>
                </a:solidFill>
                <a:latin typeface="微软雅黑" panose="020B0503020204020204" pitchFamily="34" charset="-122"/>
                <a:ea typeface="微软雅黑" panose="020B0503020204020204" pitchFamily="34" charset="-122"/>
                <a:sym typeface="+mn-ea"/>
              </a:rPr>
              <a:t>多轮会话（</a:t>
            </a:r>
            <a:r>
              <a:rPr lang="zh-CN" altLang="en-US" sz="2000" b="1" dirty="0">
                <a:solidFill>
                  <a:srgbClr val="103380"/>
                </a:solidFill>
                <a:latin typeface="微软雅黑" panose="020B0503020204020204" pitchFamily="34" charset="-122"/>
                <a:ea typeface="微软雅黑" panose="020B0503020204020204" pitchFamily="34" charset="-122"/>
                <a:sym typeface="+mn-ea"/>
              </a:rPr>
              <a:t>可删测评集</a:t>
            </a:r>
            <a:r>
              <a:rPr lang="zh-CN" altLang="en-US" sz="2000" b="1" dirty="0">
                <a:solidFill>
                  <a:srgbClr val="103380"/>
                </a:solidFill>
                <a:latin typeface="微软雅黑" panose="020B0503020204020204" pitchFamily="34" charset="-122"/>
                <a:ea typeface="微软雅黑" panose="020B0503020204020204" pitchFamily="34" charset="-122"/>
                <a:sym typeface="+mn-ea"/>
              </a:rPr>
              <a:t>）</a:t>
            </a:r>
            <a:endParaRPr lang="zh-CN" altLang="en-US" sz="2000" b="1" dirty="0">
              <a:solidFill>
                <a:srgbClr val="103380"/>
              </a:solidFill>
              <a:latin typeface="微软雅黑" panose="020B0503020204020204" pitchFamily="34" charset="-122"/>
              <a:ea typeface="微软雅黑" panose="020B0503020204020204" pitchFamily="34" charset="-122"/>
              <a:sym typeface="+mn-ea"/>
            </a:endParaRPr>
          </a:p>
          <a:p>
            <a:pPr marL="342900" indent="-342900" algn="l">
              <a:lnSpc>
                <a:spcPct val="125000"/>
              </a:lnSpc>
              <a:spcBef>
                <a:spcPts val="0"/>
              </a:spcBef>
              <a:spcAft>
                <a:spcPts val="0"/>
              </a:spcAft>
              <a:buClrTx/>
              <a:buSzTx/>
              <a:buFont typeface="Wingdings" panose="05000000000000000000" charset="0"/>
              <a:buChar char="l"/>
            </a:pPr>
            <a:r>
              <a:rPr lang="zh-CN" altLang="en-US" sz="2000" b="1" dirty="0">
                <a:solidFill>
                  <a:srgbClr val="103380"/>
                </a:solidFill>
                <a:latin typeface="微软雅黑" panose="020B0503020204020204" pitchFamily="34" charset="-122"/>
                <a:ea typeface="微软雅黑" panose="020B0503020204020204" pitchFamily="34" charset="-122"/>
                <a:sym typeface="+mn-ea"/>
              </a:rPr>
              <a:t>专项·无证据处理（边界不清晰，可删测评集</a:t>
            </a:r>
            <a:r>
              <a:rPr lang="en-US" altLang="zh-CN" sz="2000" b="1" dirty="0">
                <a:solidFill>
                  <a:srgbClr val="103380"/>
                </a:solidFill>
                <a:latin typeface="微软雅黑" panose="020B0503020204020204" pitchFamily="34" charset="-122"/>
                <a:ea typeface="微软雅黑" panose="020B0503020204020204" pitchFamily="34" charset="-122"/>
                <a:sym typeface="+mn-ea"/>
              </a:rPr>
              <a:t>/</a:t>
            </a:r>
            <a:r>
              <a:rPr lang="zh-CN" altLang="en-US" sz="2000" b="1" dirty="0">
                <a:solidFill>
                  <a:srgbClr val="103380"/>
                </a:solidFill>
                <a:latin typeface="微软雅黑" panose="020B0503020204020204" pitchFamily="34" charset="-122"/>
                <a:ea typeface="微软雅黑" panose="020B0503020204020204" pitchFamily="34" charset="-122"/>
                <a:sym typeface="+mn-ea"/>
              </a:rPr>
              <a:t>修改题目，不要和主动澄清</a:t>
            </a:r>
            <a:r>
              <a:rPr lang="zh-CN" altLang="en-US" sz="2000" b="1" dirty="0">
                <a:solidFill>
                  <a:srgbClr val="103380"/>
                </a:solidFill>
                <a:latin typeface="微软雅黑" panose="020B0503020204020204" pitchFamily="34" charset="-122"/>
                <a:ea typeface="微软雅黑" panose="020B0503020204020204" pitchFamily="34" charset="-122"/>
                <a:sym typeface="+mn-ea"/>
              </a:rPr>
              <a:t>混淆）</a:t>
            </a:r>
            <a:endParaRPr lang="zh-CN" altLang="en-US" sz="2000" b="1" dirty="0">
              <a:solidFill>
                <a:srgbClr val="103380"/>
              </a:solidFill>
              <a:latin typeface="微软雅黑" panose="020B0503020204020204" pitchFamily="34" charset="-122"/>
              <a:ea typeface="微软雅黑" panose="020B0503020204020204" pitchFamily="34" charset="-122"/>
              <a:sym typeface="+mn-ea"/>
            </a:endParaRPr>
          </a:p>
          <a:p>
            <a:pPr marL="342900" indent="-342900" algn="l">
              <a:lnSpc>
                <a:spcPct val="125000"/>
              </a:lnSpc>
              <a:spcBef>
                <a:spcPts val="0"/>
              </a:spcBef>
              <a:spcAft>
                <a:spcPts val="0"/>
              </a:spcAft>
              <a:buClrTx/>
              <a:buSzTx/>
              <a:buFont typeface="Wingdings" panose="05000000000000000000" charset="0"/>
              <a:buChar char="l"/>
            </a:pPr>
            <a:endParaRPr lang="zh-CN" altLang="en-US" sz="2000" b="1" dirty="0">
              <a:solidFill>
                <a:srgbClr val="103380"/>
              </a:solidFill>
              <a:latin typeface="微软雅黑" panose="020B0503020204020204" pitchFamily="34" charset="-122"/>
              <a:ea typeface="微软雅黑" panose="020B0503020204020204" pitchFamily="34" charset="-122"/>
              <a:sym typeface="+mn-ea"/>
            </a:endParaRPr>
          </a:p>
          <a:p>
            <a:pPr indent="0" algn="l">
              <a:lnSpc>
                <a:spcPct val="125000"/>
              </a:lnSpc>
              <a:spcBef>
                <a:spcPts val="0"/>
              </a:spcBef>
              <a:spcAft>
                <a:spcPts val="0"/>
              </a:spcAft>
              <a:buClrTx/>
              <a:buSzTx/>
              <a:buFont typeface="Arial" panose="020B0604020202020204" pitchFamily="34" charset="0"/>
              <a:buNone/>
            </a:pPr>
            <a:endParaRPr lang="en-US" altLang="zh-CN" sz="2000" dirty="0">
              <a:solidFill>
                <a:srgbClr val="103380"/>
              </a:solidFill>
              <a:latin typeface="微软雅黑" panose="020B0503020204020204" pitchFamily="34" charset="-122"/>
              <a:ea typeface="微软雅黑" panose="020B0503020204020204" pitchFamily="34" charset="-122"/>
              <a:sym typeface="+mn-ea"/>
            </a:endParaRPr>
          </a:p>
        </p:txBody>
      </p:sp>
      <p:sp>
        <p:nvSpPr>
          <p:cNvPr id="6" name="Text Box 3"/>
          <p:cNvSpPr txBox="1"/>
          <p:nvPr/>
        </p:nvSpPr>
        <p:spPr>
          <a:xfrm>
            <a:off x="7670800" y="953770"/>
            <a:ext cx="4769485" cy="5668645"/>
          </a:xfrm>
          <a:prstGeom prst="rect">
            <a:avLst/>
          </a:prstGeom>
          <a:noFill/>
        </p:spPr>
        <p:txBody>
          <a:bodyPr wrap="square" rtlCol="0">
            <a:noAutofit/>
          </a:bodyPr>
          <a:p>
            <a:pPr marL="342900" indent="-342900" algn="l">
              <a:lnSpc>
                <a:spcPct val="125000"/>
              </a:lnSpc>
              <a:spcBef>
                <a:spcPts val="0"/>
              </a:spcBef>
              <a:spcAft>
                <a:spcPts val="0"/>
              </a:spcAft>
              <a:buClrTx/>
              <a:buSzTx/>
              <a:buFont typeface="Wingdings" panose="05000000000000000000" charset="0"/>
              <a:buChar char="l"/>
            </a:pPr>
            <a:r>
              <a:rPr lang="zh-CN" altLang="en-US" sz="2000" b="1" dirty="0">
                <a:solidFill>
                  <a:srgbClr val="103380"/>
                </a:solidFill>
                <a:latin typeface="微软雅黑" panose="020B0503020204020204" pitchFamily="34" charset="-122"/>
                <a:ea typeface="微软雅黑" panose="020B0503020204020204" pitchFamily="34" charset="-122"/>
                <a:sym typeface="+mn-ea"/>
              </a:rPr>
              <a:t>已实现</a:t>
            </a:r>
            <a:r>
              <a:rPr lang="zh-CN" altLang="en-US" sz="2000" b="1" dirty="0">
                <a:solidFill>
                  <a:srgbClr val="103380"/>
                </a:solidFill>
                <a:latin typeface="微软雅黑" panose="020B0503020204020204" pitchFamily="34" charset="-122"/>
                <a:ea typeface="微软雅黑" panose="020B0503020204020204" pitchFamily="34" charset="-122"/>
                <a:sym typeface="+mn-ea"/>
              </a:rPr>
              <a:t>的：</a:t>
            </a:r>
            <a:endParaRPr lang="zh-CN" altLang="en-US" sz="2000" b="1" dirty="0">
              <a:solidFill>
                <a:srgbClr val="103380"/>
              </a:solidFill>
              <a:latin typeface="微软雅黑" panose="020B0503020204020204" pitchFamily="34" charset="-122"/>
              <a:ea typeface="微软雅黑" panose="020B0503020204020204" pitchFamily="34" charset="-122"/>
              <a:sym typeface="+mn-ea"/>
            </a:endParaRPr>
          </a:p>
          <a:p>
            <a:pPr indent="0" algn="l">
              <a:lnSpc>
                <a:spcPct val="125000"/>
              </a:lnSpc>
              <a:spcBef>
                <a:spcPts val="0"/>
              </a:spcBef>
              <a:spcAft>
                <a:spcPts val="0"/>
              </a:spcAft>
              <a:buClrTx/>
              <a:buSzTx/>
              <a:buFont typeface="Arial" panose="020B0604020202020204" pitchFamily="34" charset="0"/>
              <a:buNone/>
            </a:pPr>
            <a:endParaRPr lang="en-US" altLang="zh-CN" sz="2000" dirty="0">
              <a:solidFill>
                <a:srgbClr val="103380"/>
              </a:solidFill>
              <a:latin typeface="微软雅黑" panose="020B0503020204020204" pitchFamily="34" charset="-122"/>
              <a:ea typeface="微软雅黑" panose="020B0503020204020204" pitchFamily="34" charset="-122"/>
              <a:sym typeface="+mn-ea"/>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t>选择与</a:t>
            </a:r>
            <a:r>
              <a:t>分工</a:t>
            </a:r>
          </a:p>
        </p:txBody>
      </p:sp>
      <p:graphicFrame>
        <p:nvGraphicFramePr>
          <p:cNvPr id="3" name="表格 2"/>
          <p:cNvGraphicFramePr/>
          <p:nvPr/>
        </p:nvGraphicFramePr>
        <p:xfrm>
          <a:off x="427990" y="836930"/>
          <a:ext cx="11476990" cy="5584825"/>
        </p:xfrm>
        <a:graphic>
          <a:graphicData uri="http://schemas.openxmlformats.org/drawingml/2006/table">
            <a:tbl>
              <a:tblPr>
                <a:tableStyleId>{BC89EF96-8CEA-46FF-86C4-4CE0E7609802}</a:tableStyleId>
              </a:tblPr>
              <a:tblGrid>
                <a:gridCol w="938530"/>
                <a:gridCol w="4638040"/>
                <a:gridCol w="3370580"/>
                <a:gridCol w="2529840"/>
              </a:tblGrid>
              <a:tr h="355600">
                <a:tc>
                  <a:txBody>
                    <a:bodyPr/>
                    <a:p>
                      <a:pPr algn="ctr"/>
                      <a:r>
                        <a:rPr lang="zh-CN" altLang="en-US" sz="1200" b="1"/>
                        <a:t>线</a:t>
                      </a:r>
                      <a:endParaRPr lang="zh-CN" altLang="en-US" sz="1200" b="1"/>
                    </a:p>
                  </a:txBody>
                  <a:tcPr marL="0" marR="0" marT="0" marB="0" anchor="ctr" anchorCtr="0"/>
                </a:tc>
                <a:tc>
                  <a:txBody>
                    <a:bodyPr/>
                    <a:p>
                      <a:pPr algn="ctr"/>
                      <a:r>
                        <a:rPr lang="zh-CN" altLang="en-US" sz="1200" b="1"/>
                        <a:t>负责的墙与当前问题（评测证据）</a:t>
                      </a:r>
                      <a:endParaRPr lang="zh-CN" altLang="en-US" sz="1200" b="1"/>
                    </a:p>
                  </a:txBody>
                  <a:tcPr marL="0" marR="0" marT="0" marB="0" anchor="ctr" anchorCtr="0"/>
                </a:tc>
                <a:tc>
                  <a:txBody>
                    <a:bodyPr/>
                    <a:p>
                      <a:pPr algn="ctr"/>
                      <a:r>
                        <a:rPr lang="zh-CN" altLang="en-US" sz="1200" b="1"/>
                        <a:t>验收测评集（按优先级分层）</a:t>
                      </a:r>
                      <a:endParaRPr lang="zh-CN" altLang="en-US" sz="1200" b="1"/>
                    </a:p>
                  </a:txBody>
                  <a:tcPr marL="0" marR="0" marT="0" marB="0" anchor="ctr" anchorCtr="0"/>
                </a:tc>
                <a:tc>
                  <a:txBody>
                    <a:bodyPr/>
                    <a:p>
                      <a:pPr algn="ctr"/>
                      <a:r>
                        <a:rPr lang="zh-CN" altLang="en-US" sz="1200" b="1"/>
                        <a:t>对应幻灯片条目</a:t>
                      </a:r>
                      <a:endParaRPr lang="zh-CN" altLang="en-US" sz="1200" b="1"/>
                    </a:p>
                  </a:txBody>
                  <a:tcPr marL="0" marR="0" marT="0" marB="0" anchor="ctr" anchorCtr="0"/>
                </a:tc>
              </a:tr>
              <a:tr h="1258570">
                <a:tc>
                  <a:txBody>
                    <a:bodyPr/>
                    <a:p>
                      <a:r>
                        <a:rPr lang="en-US" altLang="zh-CN" sz="1200"/>
                        <a:t>A </a:t>
                      </a:r>
                      <a:r>
                        <a:rPr lang="zh-CN" altLang="en-US" sz="1200"/>
                        <a:t>检索与证据线</a:t>
                      </a:r>
                      <a:endParaRPr lang="zh-CN" altLang="en-US" sz="1200"/>
                    </a:p>
                  </a:txBody>
                  <a:tcPr marL="0" marR="0" marT="0" marB="0" anchor="ctr" anchorCtr="0"/>
                </a:tc>
                <a:tc>
                  <a:txBody>
                    <a:bodyPr/>
                    <a:p>
                      <a:r>
                        <a:rPr lang="zh-CN" altLang="en-US" sz="1200" b="1">
                          <a:solidFill>
                            <a:srgbClr val="FF0000"/>
                          </a:solidFill>
                        </a:rPr>
                        <a:t>墙 </a:t>
                      </a:r>
                      <a:r>
                        <a:rPr lang="en-US" altLang="zh-CN" sz="1200" b="1">
                          <a:solidFill>
                            <a:srgbClr val="FF0000"/>
                          </a:solidFill>
                        </a:rPr>
                        <a:t>1 </a:t>
                      </a:r>
                      <a:r>
                        <a:rPr lang="zh-CN" altLang="en-US" sz="1200" b="1">
                          <a:solidFill>
                            <a:srgbClr val="FF0000"/>
                          </a:solidFill>
                        </a:rPr>
                        <a:t>检索精度（代码：</a:t>
                      </a:r>
                      <a:r>
                        <a:rPr lang="en-US" altLang="zh-CN" sz="1200" b="1">
                          <a:solidFill>
                            <a:srgbClr val="FF0000"/>
                          </a:solidFill>
                        </a:rPr>
                        <a:t>app/knowledge/</a:t>
                      </a:r>
                      <a:r>
                        <a:rPr lang="zh-CN" altLang="en-US" sz="1200" b="1">
                          <a:solidFill>
                            <a:srgbClr val="FF0000"/>
                          </a:solidFill>
                        </a:rPr>
                        <a:t>、</a:t>
                      </a:r>
                      <a:r>
                        <a:rPr lang="en-US" altLang="zh-CN" sz="1200" b="1">
                          <a:solidFill>
                            <a:srgbClr val="FF0000"/>
                          </a:solidFill>
                        </a:rPr>
                        <a:t>app/profiles/</a:t>
                      </a:r>
                      <a:r>
                        <a:rPr lang="zh-CN" altLang="en-US" sz="1200" b="1">
                          <a:solidFill>
                            <a:srgbClr val="FF0000"/>
                          </a:solidFill>
                        </a:rPr>
                        <a:t>；兼管证据绑定格式 </a:t>
                      </a:r>
                      <a:r>
                        <a:rPr lang="en-US" altLang="zh-CN" sz="1200" b="1">
                          <a:solidFill>
                            <a:srgbClr val="FF0000"/>
                          </a:solidFill>
                        </a:rPr>
                        <a:t>app/evidence/binding.py</a:t>
                      </a:r>
                      <a:r>
                        <a:rPr lang="zh-CN" altLang="en-US" sz="1200" b="1">
                          <a:solidFill>
                            <a:srgbClr val="FF0000"/>
                          </a:solidFill>
                        </a:rPr>
                        <a:t>）</a:t>
                      </a:r>
                      <a:br>
                        <a:rPr lang="zh-CN" altLang="en-US" sz="1200"/>
                      </a:br>
                      <a:r>
                        <a:rPr lang="zh-CN" altLang="en-US" sz="1200"/>
                        <a:t>当前问题：</a:t>
                      </a:r>
                      <a:r>
                        <a:rPr lang="en-US" altLang="zh-CN" sz="1200"/>
                        <a:t>① alias </a:t>
                      </a:r>
                      <a:r>
                        <a:rPr lang="zh-CN" altLang="en-US" sz="1200"/>
                        <a:t>集 </a:t>
                      </a:r>
                      <a:r>
                        <a:rPr lang="en-US" altLang="zh-CN" sz="1200"/>
                        <a:t>2/8</a:t>
                      </a:r>
                      <a:r>
                        <a:rPr lang="zh-CN" altLang="en-US" sz="1200"/>
                        <a:t>，失败 </a:t>
                      </a:r>
                      <a:r>
                        <a:rPr lang="en-US" altLang="zh-CN" sz="1200"/>
                        <a:t>6 </a:t>
                      </a:r>
                      <a:r>
                        <a:rPr lang="zh-CN" altLang="en-US" sz="1200"/>
                        <a:t>题全是「该命中 </a:t>
                      </a:r>
                      <a:r>
                        <a:rPr lang="en-US" altLang="zh-CN" sz="1200"/>
                        <a:t>D03 </a:t>
                      </a:r>
                      <a:r>
                        <a:rPr lang="zh-CN" altLang="en-US" sz="1200"/>
                        <a:t>却命中 </a:t>
                      </a:r>
                      <a:r>
                        <a:rPr lang="en-US" altLang="zh-CN" sz="1200"/>
                        <a:t>D12/D09 </a:t>
                      </a:r>
                      <a:r>
                        <a:rPr lang="zh-CN" altLang="en-US" sz="1200"/>
                        <a:t>或检索为空」；</a:t>
                      </a:r>
                      <a:r>
                        <a:rPr lang="en-US" altLang="zh-CN" sz="1200"/>
                        <a:t>② multidoc </a:t>
                      </a:r>
                      <a:r>
                        <a:rPr lang="zh-CN" altLang="en-US" sz="1200"/>
                        <a:t>集 </a:t>
                      </a:r>
                      <a:r>
                        <a:rPr lang="en-US" altLang="zh-CN" sz="1200"/>
                        <a:t>0/5</a:t>
                      </a:r>
                      <a:r>
                        <a:rPr lang="zh-CN" altLang="en-US" sz="1200"/>
                        <a:t>，</a:t>
                      </a:r>
                      <a:r>
                        <a:rPr lang="en-US" altLang="zh-CN" sz="1200"/>
                        <a:t>5 </a:t>
                      </a:r>
                      <a:r>
                        <a:rPr lang="zh-CN" altLang="en-US" sz="1200"/>
                        <a:t>题全是「命中一份、漏另一份」；</a:t>
                      </a:r>
                      <a:r>
                        <a:rPr lang="en-US" altLang="zh-CN" sz="1200"/>
                        <a:t>③ basic_rag 3 </a:t>
                      </a:r>
                      <a:r>
                        <a:rPr lang="zh-CN" altLang="en-US" sz="1200"/>
                        <a:t>题错命中（</a:t>
                      </a:r>
                      <a:r>
                        <a:rPr lang="en-US" altLang="zh-CN" sz="1200"/>
                        <a:t>D12/D06 </a:t>
                      </a:r>
                      <a:r>
                        <a:rPr lang="zh-CN" altLang="en-US" sz="1200"/>
                        <a:t>排在 </a:t>
                      </a:r>
                      <a:r>
                        <a:rPr lang="en-US" altLang="zh-CN" sz="1200"/>
                        <a:t>D03/D07/D08 </a:t>
                      </a:r>
                      <a:r>
                        <a:rPr lang="zh-CN" altLang="en-US" sz="1200"/>
                        <a:t>前，</a:t>
                      </a:r>
                      <a:r>
                        <a:rPr lang="en-US" altLang="zh-CN" sz="1200"/>
                        <a:t>7/10</a:t>
                      </a:r>
                      <a:r>
                        <a:rPr lang="zh-CN" altLang="en-US" sz="1200"/>
                        <a:t>）；</a:t>
                      </a:r>
                      <a:r>
                        <a:rPr lang="en-US" altLang="zh-CN" sz="1200"/>
                        <a:t>④ cross </a:t>
                      </a:r>
                      <a:r>
                        <a:rPr lang="zh-CN" altLang="en-US" sz="1200"/>
                        <a:t>多题 </a:t>
                      </a:r>
                      <a:r>
                        <a:rPr lang="en-US" altLang="zh-CN" sz="1200"/>
                        <a:t>D06/D08 </a:t>
                      </a:r>
                      <a:r>
                        <a:rPr lang="zh-CN" altLang="en-US" sz="1200"/>
                        <a:t>未检索（</a:t>
                      </a:r>
                      <a:r>
                        <a:rPr lang="en-US" altLang="zh-CN" sz="1200"/>
                        <a:t>cross-009 </a:t>
                      </a:r>
                      <a:r>
                        <a:rPr lang="zh-CN" altLang="en-US" sz="1200"/>
                        <a:t>复跑仍缺证据）；</a:t>
                      </a:r>
                      <a:r>
                        <a:rPr lang="en-US" altLang="zh-CN" sz="1200"/>
                        <a:t>⑤ formula </a:t>
                      </a:r>
                      <a:r>
                        <a:rPr lang="zh-CN" altLang="en-US" sz="1200"/>
                        <a:t>证据未绑定、</a:t>
                      </a:r>
                      <a:r>
                        <a:rPr lang="en-US" altLang="zh-CN" sz="1200"/>
                        <a:t>multimodal-004 </a:t>
                      </a:r>
                      <a:r>
                        <a:rPr lang="zh-CN" altLang="en-US" sz="1200"/>
                        <a:t>未检索 </a:t>
                      </a:r>
                      <a:r>
                        <a:rPr lang="en-US" altLang="zh-CN" sz="1200"/>
                        <a:t>D06</a:t>
                      </a:r>
                      <a:endParaRPr lang="en-US" altLang="zh-CN" sz="1200"/>
                    </a:p>
                  </a:txBody>
                  <a:tcPr marL="0" marR="0" marT="0" marB="0" anchor="ctr" anchorCtr="0"/>
                </a:tc>
                <a:tc>
                  <a:txBody>
                    <a:bodyPr/>
                    <a:p>
                      <a:r>
                        <a:rPr lang="zh-CN" altLang="en-US" sz="1200" b="1"/>
                        <a:t>第一层（主验收）：</a:t>
                      </a:r>
                      <a:r>
                        <a:rPr lang="en-US" altLang="zh-CN" sz="1200" b="1"/>
                        <a:t>alias</a:t>
                      </a:r>
                      <a:r>
                        <a:rPr lang="zh-CN" altLang="en-US" sz="1200" b="1"/>
                        <a:t>、</a:t>
                      </a:r>
                      <a:r>
                        <a:rPr lang="en-US" altLang="zh-CN" sz="1200" b="1"/>
                        <a:t>multidoc</a:t>
                      </a:r>
                      <a:r>
                        <a:rPr lang="zh-CN" altLang="en-US" sz="1200" b="1"/>
                        <a:t>、</a:t>
                      </a:r>
                      <a:r>
                        <a:rPr lang="en-US" altLang="zh-CN" sz="1200" b="1"/>
                        <a:t>basic_rag——</a:t>
                      </a:r>
                      <a:r>
                        <a:rPr lang="zh-CN" altLang="en-US" sz="1200" b="1"/>
                        <a:t>检索命中是这三集判分的直接决定因素</a:t>
                      </a:r>
                      <a:br>
                        <a:rPr lang="zh-CN" altLang="en-US" sz="1200"/>
                      </a:br>
                      <a:r>
                        <a:rPr lang="zh-CN" altLang="en-US" sz="1200"/>
                        <a:t>第二层（关联验收）：</a:t>
                      </a:r>
                      <a:r>
                        <a:rPr lang="en-US" altLang="zh-CN" sz="1200"/>
                        <a:t>cross </a:t>
                      </a:r>
                      <a:r>
                        <a:rPr lang="zh-CN" altLang="en-US" sz="1200"/>
                        <a:t>的检索部分（</a:t>
                      </a:r>
                      <a:r>
                        <a:rPr lang="en-US" altLang="zh-CN" sz="1200"/>
                        <a:t>D06/D08 </a:t>
                      </a:r>
                      <a:r>
                        <a:rPr lang="zh-CN" altLang="en-US" sz="1200"/>
                        <a:t>命中）、</a:t>
                      </a:r>
                      <a:r>
                        <a:rPr lang="en-US" altLang="zh-CN" sz="1200"/>
                        <a:t>formula </a:t>
                      </a:r>
                      <a:r>
                        <a:rPr lang="zh-CN" altLang="en-US" sz="1200"/>
                        <a:t>的证据引用部分、</a:t>
                      </a:r>
                      <a:r>
                        <a:rPr lang="en-US" altLang="zh-CN" sz="1200"/>
                        <a:t>multimodal </a:t>
                      </a:r>
                      <a:r>
                        <a:rPr lang="zh-CN" altLang="en-US" sz="1200"/>
                        <a:t>的 </a:t>
                      </a:r>
                      <a:r>
                        <a:rPr lang="en-US" altLang="zh-CN" sz="1200"/>
                        <a:t>D06 </a:t>
                      </a:r>
                      <a:r>
                        <a:rPr lang="zh-CN" altLang="en-US" sz="1200"/>
                        <a:t>检索部分（</a:t>
                      </a:r>
                      <a:r>
                        <a:rPr lang="en-US" altLang="zh-CN" sz="1200"/>
                        <a:t>mm-004</a:t>
                      </a:r>
                      <a:r>
                        <a:rPr lang="zh-CN" altLang="en-US" sz="1200"/>
                        <a:t>）</a:t>
                      </a:r>
                      <a:br>
                        <a:rPr lang="zh-CN" altLang="en-US" sz="1200"/>
                      </a:br>
                      <a:r>
                        <a:rPr lang="zh-CN" altLang="en-US" sz="1200"/>
                        <a:t>第三层（回归）：全量 </a:t>
                      </a:r>
                      <a:r>
                        <a:rPr lang="en-US" altLang="zh-CN" sz="1200"/>
                        <a:t>80 </a:t>
                      </a:r>
                      <a:r>
                        <a:rPr lang="zh-CN" altLang="en-US" sz="1200"/>
                        <a:t>条 </a:t>
                      </a:r>
                      <a:r>
                        <a:rPr lang="en-US" altLang="zh-CN" sz="1200"/>
                        <a:t>+ clarify </a:t>
                      </a:r>
                      <a:r>
                        <a:rPr lang="zh-CN" altLang="en-US" sz="1200"/>
                        <a:t>集不退化</a:t>
                      </a:r>
                      <a:endParaRPr lang="zh-CN" altLang="en-US" sz="1200"/>
                    </a:p>
                  </a:txBody>
                  <a:tcPr marL="0" marR="0" marT="0" marB="0" anchor="ctr" anchorCtr="0"/>
                </a:tc>
                <a:tc>
                  <a:txBody>
                    <a:bodyPr/>
                    <a:p>
                      <a:r>
                        <a:rPr lang="zh-CN" altLang="en-US" sz="1200">
                          <a:highlight>
                            <a:srgbClr val="FFFF00"/>
                          </a:highlight>
                        </a:rPr>
                        <a:t>优先：</a:t>
                      </a:r>
                      <a:r>
                        <a:rPr lang="zh-CN" altLang="en-US" sz="1200" b="1">
                          <a:highlight>
                            <a:srgbClr val="FFFF00"/>
                          </a:highlight>
                        </a:rPr>
                        <a:t>基础文档问答</a:t>
                      </a:r>
                      <a:r>
                        <a:rPr lang="zh-CN" altLang="en-US" sz="1200">
                          <a:highlight>
                            <a:srgbClr val="FFFF00"/>
                          </a:highlight>
                        </a:rPr>
                        <a:t>（</a:t>
                      </a:r>
                      <a:r>
                        <a:rPr lang="en-US" altLang="zh-CN" sz="1200">
                          <a:highlight>
                            <a:srgbClr val="FFFF00"/>
                          </a:highlight>
                        </a:rPr>
                        <a:t>basic_rag</a:t>
                      </a:r>
                      <a:r>
                        <a:rPr lang="zh-CN" altLang="en-US" sz="1200">
                          <a:highlight>
                            <a:srgbClr val="FFFF00"/>
                          </a:highlight>
                        </a:rPr>
                        <a:t>）、</a:t>
                      </a:r>
                      <a:r>
                        <a:rPr lang="zh-CN" altLang="en-US" sz="1200" b="1">
                          <a:highlight>
                            <a:srgbClr val="FFFF00"/>
                          </a:highlight>
                        </a:rPr>
                        <a:t>多文档问答</a:t>
                      </a:r>
                      <a:r>
                        <a:rPr lang="zh-CN" altLang="en-US" sz="1200">
                          <a:highlight>
                            <a:srgbClr val="FFFF00"/>
                          </a:highlight>
                        </a:rPr>
                        <a:t>（</a:t>
                      </a:r>
                      <a:r>
                        <a:rPr lang="en-US" altLang="zh-CN" sz="1200">
                          <a:highlight>
                            <a:srgbClr val="FFFF00"/>
                          </a:highlight>
                        </a:rPr>
                        <a:t>multidoc</a:t>
                      </a:r>
                      <a:r>
                        <a:rPr lang="zh-CN" altLang="en-US" sz="1200">
                          <a:highlight>
                            <a:srgbClr val="FFFF00"/>
                          </a:highlight>
                        </a:rPr>
                        <a:t>）</a:t>
                      </a:r>
                      <a:br>
                        <a:rPr lang="zh-CN" altLang="en-US" sz="1200"/>
                      </a:br>
                      <a:r>
                        <a:rPr lang="zh-CN" altLang="en-US" sz="1200" b="1"/>
                        <a:t>中级一：别名与分类</a:t>
                      </a:r>
                      <a:r>
                        <a:rPr lang="zh-CN" altLang="en-US" sz="1200"/>
                        <a:t>（</a:t>
                      </a:r>
                      <a:r>
                        <a:rPr lang="en-US" altLang="zh-CN" sz="1200"/>
                        <a:t>alias</a:t>
                      </a:r>
                      <a:r>
                        <a:rPr lang="zh-CN" altLang="en-US" sz="1200"/>
                        <a:t>）</a:t>
                      </a:r>
                      <a:br>
                        <a:rPr lang="zh-CN" altLang="en-US" sz="1200"/>
                      </a:br>
                      <a:r>
                        <a:rPr lang="zh-CN" altLang="en-US" sz="1200" b="1"/>
                        <a:t>多模态扩数据集</a:t>
                      </a:r>
                      <a:r>
                        <a:rPr lang="zh-CN" altLang="en-US" sz="1200"/>
                        <a:t>＋修题（</a:t>
                      </a:r>
                      <a:r>
                        <a:rPr lang="en-US" altLang="zh-CN" sz="1200"/>
                        <a:t>multimodal</a:t>
                      </a:r>
                      <a:r>
                        <a:rPr lang="zh-CN" altLang="en-US" sz="1200"/>
                        <a:t>，本线承检索部分）</a:t>
                      </a:r>
                      <a:endParaRPr lang="zh-CN" altLang="en-US" sz="1200"/>
                    </a:p>
                  </a:txBody>
                  <a:tcPr marL="0" marR="0" marT="0" marB="0" anchor="ctr" anchorCtr="0"/>
                </a:tc>
              </a:tr>
              <a:tr h="1831340">
                <a:tc>
                  <a:txBody>
                    <a:bodyPr/>
                    <a:p>
                      <a:r>
                        <a:rPr lang="en-US" altLang="zh-CN" sz="1200"/>
                        <a:t>B SQL </a:t>
                      </a:r>
                      <a:r>
                        <a:rPr lang="zh-CN" altLang="en-US" sz="1200"/>
                        <a:t>与计算线</a:t>
                      </a:r>
                      <a:endParaRPr lang="zh-CN" altLang="en-US" sz="1200"/>
                    </a:p>
                  </a:txBody>
                  <a:tcPr marL="0" marR="0" marT="0" marB="0" anchor="ctr" anchorCtr="0"/>
                </a:tc>
                <a:tc>
                  <a:txBody>
                    <a:bodyPr/>
                    <a:p>
                      <a:r>
                        <a:rPr lang="zh-CN" altLang="en-US" sz="1200" b="1">
                          <a:solidFill>
                            <a:srgbClr val="FF0000"/>
                          </a:solidFill>
                        </a:rPr>
                        <a:t>墙 </a:t>
                      </a:r>
                      <a:r>
                        <a:rPr lang="en-US" altLang="zh-CN" sz="1200" b="1">
                          <a:solidFill>
                            <a:srgbClr val="FF0000"/>
                          </a:solidFill>
                        </a:rPr>
                        <a:t>4 </a:t>
                      </a:r>
                      <a:r>
                        <a:rPr lang="zh-CN" altLang="en-US" sz="1200" b="1">
                          <a:solidFill>
                            <a:srgbClr val="FF0000"/>
                          </a:solidFill>
                        </a:rPr>
                        <a:t>多表 </a:t>
                      </a:r>
                      <a:r>
                        <a:rPr lang="en-US" altLang="zh-CN" sz="1200" b="1">
                          <a:solidFill>
                            <a:srgbClr val="FF0000"/>
                          </a:solidFill>
                        </a:rPr>
                        <a:t>JOIN/TOP-N </a:t>
                      </a:r>
                      <a:r>
                        <a:rPr lang="zh-CN" altLang="en-US" sz="1200" b="1">
                          <a:solidFill>
                            <a:srgbClr val="FF0000"/>
                          </a:solidFill>
                        </a:rPr>
                        <a:t>＋ 墙 </a:t>
                      </a:r>
                      <a:r>
                        <a:rPr lang="en-US" altLang="zh-CN" sz="1200" b="1">
                          <a:solidFill>
                            <a:srgbClr val="FF0000"/>
                          </a:solidFill>
                        </a:rPr>
                        <a:t>2 </a:t>
                      </a:r>
                      <a:r>
                        <a:rPr lang="zh-CN" altLang="en-US" sz="1200" b="1">
                          <a:solidFill>
                            <a:srgbClr val="FF0000"/>
                          </a:solidFill>
                        </a:rPr>
                        <a:t>跨源计算落地（代码：</a:t>
                      </a:r>
                      <a:r>
                        <a:rPr lang="en-US" altLang="zh-CN" sz="1200" b="1">
                          <a:solidFill>
                            <a:srgbClr val="FF0000"/>
                          </a:solidFill>
                        </a:rPr>
                        <a:t>backend/sql_module/</a:t>
                      </a:r>
                      <a:r>
                        <a:rPr lang="zh-CN" altLang="en-US" sz="1200" b="1">
                          <a:solidFill>
                            <a:srgbClr val="FF0000"/>
                          </a:solidFill>
                        </a:rPr>
                        <a:t>、</a:t>
                      </a:r>
                      <a:r>
                        <a:rPr lang="en-US" altLang="zh-CN" sz="1200" b="1">
                          <a:solidFill>
                            <a:srgbClr val="FF0000"/>
                          </a:solidFill>
                        </a:rPr>
                        <a:t>app/integrations/sql_d12.py</a:t>
                      </a:r>
                      <a:r>
                        <a:rPr lang="zh-CN" altLang="en-US" sz="1200" b="1">
                          <a:solidFill>
                            <a:srgbClr val="FF0000"/>
                          </a:solidFill>
                        </a:rPr>
                        <a:t>、</a:t>
                      </a:r>
                      <a:r>
                        <a:rPr lang="en-US" altLang="zh-CN" sz="1200" b="1">
                          <a:solidFill>
                            <a:srgbClr val="FF0000"/>
                          </a:solidFill>
                        </a:rPr>
                        <a:t>app/tools/local_calculator.py</a:t>
                      </a:r>
                      <a:r>
                        <a:rPr lang="zh-CN" altLang="en-US" sz="1200" b="1">
                          <a:solidFill>
                            <a:srgbClr val="FF0000"/>
                          </a:solidFill>
                        </a:rPr>
                        <a:t>、</a:t>
                      </a:r>
                      <a:r>
                        <a:rPr lang="en-US" altLang="zh-CN" sz="1200" b="1">
                          <a:solidFill>
                            <a:srgbClr val="FF0000"/>
                          </a:solidFill>
                        </a:rPr>
                        <a:t>parsing.py </a:t>
                      </a:r>
                      <a:r>
                        <a:rPr lang="zh-CN" altLang="en-US" sz="1200" b="1">
                          <a:solidFill>
                            <a:srgbClr val="FF0000"/>
                          </a:solidFill>
                        </a:rPr>
                        <a:t>时间解析、</a:t>
                      </a:r>
                      <a:r>
                        <a:rPr lang="en-US" altLang="zh-CN" sz="1200" b="1">
                          <a:solidFill>
                            <a:srgbClr val="FF0000"/>
                          </a:solidFill>
                        </a:rPr>
                        <a:t>graph.py calculate </a:t>
                      </a:r>
                      <a:r>
                        <a:rPr lang="zh-CN" altLang="en-US" sz="1200" b="1">
                          <a:solidFill>
                            <a:srgbClr val="FF0000"/>
                          </a:solidFill>
                        </a:rPr>
                        <a:t>节点、</a:t>
                      </a:r>
                      <a:r>
                        <a:rPr lang="en-US" altLang="zh-CN" sz="1200" b="1">
                          <a:solidFill>
                            <a:srgbClr val="FF0000"/>
                          </a:solidFill>
                        </a:rPr>
                        <a:t>composer.py </a:t>
                      </a:r>
                      <a:r>
                        <a:rPr lang="zh-CN" altLang="en-US" sz="1200" b="1">
                          <a:solidFill>
                            <a:srgbClr val="FF0000"/>
                          </a:solidFill>
                        </a:rPr>
                        <a:t>计算落地段）</a:t>
                      </a:r>
                      <a:br>
                        <a:rPr lang="zh-CN" altLang="en-US" sz="1200"/>
                      </a:br>
                      <a:r>
                        <a:rPr lang="zh-CN" altLang="en-US" sz="1200"/>
                        <a:t>当前问题：</a:t>
                      </a:r>
                      <a:r>
                        <a:rPr lang="en-US" altLang="zh-CN" sz="1200"/>
                        <a:t>① multitable 0/8</a:t>
                      </a:r>
                      <a:r>
                        <a:rPr lang="zh-CN" altLang="en-US" sz="1200"/>
                        <a:t>：</a:t>
                      </a:r>
                      <a:r>
                        <a:rPr lang="en-US" altLang="zh-CN" sz="1200"/>
                        <a:t>001/002/003 TOP-N </a:t>
                      </a:r>
                      <a:r>
                        <a:rPr lang="zh-CN" altLang="en-US" sz="1200"/>
                        <a:t>只回 </a:t>
                      </a:r>
                      <a:r>
                        <a:rPr lang="en-US" altLang="zh-CN" sz="1200"/>
                        <a:t>1 </a:t>
                      </a:r>
                      <a:r>
                        <a:rPr lang="zh-CN" altLang="en-US" sz="1200"/>
                        <a:t>行、</a:t>
                      </a:r>
                      <a:r>
                        <a:rPr lang="en-US" altLang="zh-CN" sz="1200"/>
                        <a:t>006 </a:t>
                      </a:r>
                      <a:r>
                        <a:rPr lang="zh-CN" altLang="en-US" sz="1200"/>
                        <a:t>聚合粒度 </a:t>
                      </a:r>
                      <a:r>
                        <a:rPr lang="en-US" altLang="zh-CN" sz="1200"/>
                        <a:t>1 </a:t>
                      </a:r>
                      <a:r>
                        <a:rPr lang="zh-CN" altLang="en-US" sz="1200"/>
                        <a:t>行 </a:t>
                      </a:r>
                      <a:r>
                        <a:rPr lang="en-US" altLang="zh-CN" sz="1200"/>
                        <a:t>vs </a:t>
                      </a:r>
                      <a:r>
                        <a:rPr lang="zh-CN" altLang="en-US" sz="1200"/>
                        <a:t>金标准 </a:t>
                      </a:r>
                      <a:r>
                        <a:rPr lang="en-US" altLang="zh-CN" sz="1200"/>
                        <a:t>3 </a:t>
                      </a:r>
                      <a:r>
                        <a:rPr lang="zh-CN" altLang="en-US" sz="1200"/>
                        <a:t>行、</a:t>
                      </a:r>
                      <a:r>
                        <a:rPr lang="en-US" altLang="zh-CN" sz="1200"/>
                        <a:t>007 </a:t>
                      </a:r>
                      <a:r>
                        <a:rPr lang="zh-CN" altLang="en-US" sz="1200"/>
                        <a:t>行序不一致被判 </a:t>
                      </a:r>
                      <a:r>
                        <a:rPr lang="en-US" altLang="zh-CN" sz="1200"/>
                        <a:t>insufficient_evidence</a:t>
                      </a:r>
                      <a:r>
                        <a:rPr lang="zh-CN" altLang="en-US" sz="1200"/>
                        <a:t>、</a:t>
                      </a:r>
                      <a:r>
                        <a:rPr lang="en-US" altLang="zh-CN" sz="1200"/>
                        <a:t>008 </a:t>
                      </a:r>
                      <a:r>
                        <a:rPr lang="zh-CN" altLang="en-US" sz="1200"/>
                        <a:t>报 </a:t>
                      </a:r>
                      <a:r>
                        <a:rPr lang="en-US" altLang="zh-CN" sz="1200"/>
                        <a:t>MISSING_REQUIRED_SLOT</a:t>
                      </a:r>
                      <a:r>
                        <a:rPr lang="zh-CN" altLang="en-US" sz="1200"/>
                        <a:t>；</a:t>
                      </a:r>
                      <a:r>
                        <a:rPr lang="en-US" altLang="zh-CN" sz="1200"/>
                        <a:t>② formula 0/6</a:t>
                      </a:r>
                      <a:r>
                        <a:rPr lang="zh-CN" altLang="en-US" sz="1200"/>
                        <a:t>：</a:t>
                      </a:r>
                      <a:r>
                        <a:rPr lang="en-US" altLang="zh-CN" sz="1200"/>
                        <a:t>gap/rate/aov</a:t>
                      </a:r>
                      <a:r>
                        <a:rPr lang="zh-CN" altLang="en-US" sz="1200"/>
                        <a:t>「算得出、写不进答案、绑不上证据」（</a:t>
                      </a:r>
                      <a:r>
                        <a:rPr lang="en-US" altLang="zh-CN" sz="1200"/>
                        <a:t>006 </a:t>
                      </a:r>
                      <a:r>
                        <a:rPr lang="zh-CN" altLang="en-US" sz="1200"/>
                        <a:t>的 </a:t>
                      </a:r>
                      <a:r>
                        <a:rPr lang="en-US" altLang="zh-CN" sz="1200"/>
                        <a:t>sum=120 </a:t>
                      </a:r>
                      <a:r>
                        <a:rPr lang="zh-CN" altLang="en-US" sz="1200"/>
                        <a:t>计算缺失）；</a:t>
                      </a:r>
                      <a:r>
                        <a:rPr lang="en-US" altLang="zh-CN" sz="1200"/>
                        <a:t>③ cross-001 </a:t>
                      </a:r>
                      <a:r>
                        <a:rPr lang="zh-CN" altLang="en-US" sz="1200"/>
                        <a:t>算出但答案未体现；</a:t>
                      </a:r>
                      <a:r>
                        <a:rPr lang="en-US" altLang="zh-CN" sz="1200"/>
                        <a:t>④ </a:t>
                      </a:r>
                      <a:r>
                        <a:rPr lang="zh-CN" altLang="en-US" sz="1200"/>
                        <a:t>时间解析仅整年</a:t>
                      </a:r>
                      <a:r>
                        <a:rPr lang="en-US" altLang="zh-CN" sz="1200"/>
                        <a:t>/</a:t>
                      </a:r>
                      <a:r>
                        <a:rPr lang="zh-CN" altLang="en-US" sz="1200"/>
                        <a:t>完整季度，月粒度缺口（</a:t>
                      </a:r>
                      <a:r>
                        <a:rPr lang="en-US" altLang="zh-CN" sz="1200"/>
                        <a:t>mm-004 </a:t>
                      </a:r>
                      <a:r>
                        <a:rPr lang="zh-CN" altLang="en-US" sz="1200"/>
                        <a:t>卡死、</a:t>
                      </a:r>
                      <a:r>
                        <a:rPr lang="en-US" altLang="zh-CN" sz="1200"/>
                        <a:t>cross-009 </a:t>
                      </a:r>
                      <a:r>
                        <a:rPr lang="zh-CN" altLang="en-US" sz="1200"/>
                        <a:t>按月 </a:t>
                      </a:r>
                      <a:r>
                        <a:rPr lang="en-US" altLang="zh-CN" sz="1200"/>
                        <a:t>3 </a:t>
                      </a:r>
                      <a:r>
                        <a:rPr lang="zh-CN" altLang="en-US" sz="1200"/>
                        <a:t>行出不来）</a:t>
                      </a:r>
                      <a:endParaRPr lang="zh-CN" altLang="en-US" sz="1200"/>
                    </a:p>
                  </a:txBody>
                  <a:tcPr marL="0" marR="0" marT="0" marB="0" anchor="ctr" anchorCtr="0"/>
                </a:tc>
                <a:tc>
                  <a:txBody>
                    <a:bodyPr/>
                    <a:p>
                      <a:r>
                        <a:rPr lang="zh-CN" altLang="en-US" sz="1200" b="1"/>
                        <a:t>第一层（主验收）：</a:t>
                      </a:r>
                      <a:r>
                        <a:rPr lang="en-US" altLang="zh-CN" sz="1200" b="1"/>
                        <a:t>multitable</a:t>
                      </a:r>
                      <a:r>
                        <a:rPr lang="zh-CN" altLang="en-US" sz="1200" b="1"/>
                        <a:t>（</a:t>
                      </a:r>
                      <a:r>
                        <a:rPr lang="en-US" altLang="zh-CN" sz="1200" b="1"/>
                        <a:t>001/002/003/006/007/008</a:t>
                      </a:r>
                      <a:r>
                        <a:rPr lang="zh-CN" altLang="en-US" sz="1200" b="1"/>
                        <a:t>）、</a:t>
                      </a:r>
                      <a:r>
                        <a:rPr lang="en-US" altLang="zh-CN" sz="1200" b="1"/>
                        <a:t>basic_nl2sql </a:t>
                      </a:r>
                      <a:r>
                        <a:rPr lang="zh-CN" altLang="en-US" sz="1200" b="1"/>
                        <a:t>与 </a:t>
                      </a:r>
                      <a:r>
                        <a:rPr lang="en-US" altLang="zh-CN" sz="1200" b="1"/>
                        <a:t>NL2SQL </a:t>
                      </a:r>
                      <a:r>
                        <a:rPr lang="zh-CN" altLang="en-US" sz="1200" b="1"/>
                        <a:t>扩充题（保持 </a:t>
                      </a:r>
                      <a:r>
                        <a:rPr lang="en-US" altLang="zh-CN" sz="1200" b="1"/>
                        <a:t>10/10 </a:t>
                      </a:r>
                      <a:r>
                        <a:rPr lang="zh-CN" altLang="en-US" sz="1200" b="1"/>
                        <a:t>不退化）</a:t>
                      </a:r>
                      <a:br>
                        <a:rPr lang="zh-CN" altLang="en-US" sz="1200"/>
                      </a:br>
                      <a:r>
                        <a:rPr lang="zh-CN" altLang="en-US" sz="1200"/>
                        <a:t>第二层（关联验收）：</a:t>
                      </a:r>
                      <a:r>
                        <a:rPr lang="en-US" altLang="zh-CN" sz="1200"/>
                        <a:t>formula </a:t>
                      </a:r>
                      <a:r>
                        <a:rPr lang="zh-CN" altLang="en-US" sz="1200"/>
                        <a:t>计算落地部分（</a:t>
                      </a:r>
                      <a:r>
                        <a:rPr lang="en-US" altLang="zh-CN" sz="1200"/>
                        <a:t>001–006</a:t>
                      </a:r>
                      <a:r>
                        <a:rPr lang="zh-CN" altLang="en-US" sz="1200"/>
                        <a:t>）、</a:t>
                      </a:r>
                      <a:r>
                        <a:rPr lang="en-US" altLang="zh-CN" sz="1200"/>
                        <a:t>cross </a:t>
                      </a:r>
                      <a:r>
                        <a:rPr lang="zh-CN" altLang="en-US" sz="1200"/>
                        <a:t>计算部分（</a:t>
                      </a:r>
                      <a:r>
                        <a:rPr lang="en-US" altLang="zh-CN" sz="1200"/>
                        <a:t>cross-001 </a:t>
                      </a:r>
                      <a:r>
                        <a:rPr lang="zh-CN" altLang="en-US" sz="1200"/>
                        <a:t>等）、月粒度时间解析（</a:t>
                      </a:r>
                      <a:r>
                        <a:rPr lang="en-US" altLang="zh-CN" sz="1200"/>
                        <a:t>mm-004</a:t>
                      </a:r>
                      <a:r>
                        <a:rPr lang="zh-CN" altLang="en-US" sz="1200"/>
                        <a:t>、</a:t>
                      </a:r>
                      <a:r>
                        <a:rPr lang="en-US" altLang="zh-CN" sz="1200"/>
                        <a:t>cross-009</a:t>
                      </a:r>
                      <a:r>
                        <a:rPr lang="zh-CN" altLang="en-US" sz="1200"/>
                        <a:t>）</a:t>
                      </a:r>
                      <a:br>
                        <a:rPr lang="zh-CN" altLang="en-US" sz="1200"/>
                      </a:br>
                      <a:r>
                        <a:rPr lang="zh-CN" altLang="en-US" sz="1200"/>
                        <a:t>第三层（回归）：全量 </a:t>
                      </a:r>
                      <a:r>
                        <a:rPr lang="en-US" altLang="zh-CN" sz="1200"/>
                        <a:t>80 </a:t>
                      </a:r>
                      <a:r>
                        <a:rPr lang="zh-CN" altLang="en-US" sz="1200"/>
                        <a:t>条</a:t>
                      </a:r>
                      <a:endParaRPr lang="zh-CN" altLang="en-US" sz="1200"/>
                    </a:p>
                  </a:txBody>
                  <a:tcPr marL="0" marR="0" marT="0" marB="0" anchor="ctr" anchorCtr="0"/>
                </a:tc>
                <a:tc>
                  <a:txBody>
                    <a:bodyPr/>
                    <a:p>
                      <a:r>
                        <a:rPr lang="zh-CN" altLang="en-US" sz="1200">
                          <a:highlight>
                            <a:srgbClr val="FFFF00"/>
                          </a:highlight>
                        </a:rPr>
                        <a:t>优先：</a:t>
                      </a:r>
                      <a:r>
                        <a:rPr lang="en-US" altLang="zh-CN" sz="1200" b="1">
                          <a:highlight>
                            <a:srgbClr val="FFFF00"/>
                          </a:highlight>
                        </a:rPr>
                        <a:t>NL2SQL </a:t>
                      </a:r>
                      <a:r>
                        <a:rPr lang="zh-CN" altLang="en-US" sz="1200" b="1">
                          <a:highlight>
                            <a:srgbClr val="FFFF00"/>
                          </a:highlight>
                        </a:rPr>
                        <a:t>扩充</a:t>
                      </a:r>
                      <a:r>
                        <a:rPr lang="zh-CN" altLang="en-US" sz="1200">
                          <a:highlight>
                            <a:srgbClr val="FFFF00"/>
                          </a:highlight>
                        </a:rPr>
                        <a:t>（</a:t>
                      </a:r>
                      <a:r>
                        <a:rPr lang="en-US" altLang="zh-CN" sz="1200">
                          <a:highlight>
                            <a:srgbClr val="FFFF00"/>
                          </a:highlight>
                        </a:rPr>
                        <a:t>basic_nl2sql</a:t>
                      </a:r>
                      <a:r>
                        <a:rPr lang="zh-CN" altLang="en-US" sz="1200">
                          <a:highlight>
                            <a:srgbClr val="FFFF00"/>
                          </a:highlight>
                        </a:rPr>
                        <a:t>＋扩充题）</a:t>
                      </a:r>
                      <a:br>
                        <a:rPr lang="zh-CN" altLang="en-US" sz="1200"/>
                      </a:br>
                      <a:r>
                        <a:rPr lang="zh-CN" altLang="en-US" sz="1200"/>
                        <a:t>中级四五：</a:t>
                      </a:r>
                      <a:r>
                        <a:rPr lang="zh-CN" altLang="en-US" sz="1200" b="1"/>
                        <a:t>多表关联</a:t>
                      </a:r>
                      <a:r>
                        <a:rPr lang="zh-CN" altLang="en-US" sz="1200"/>
                        <a:t>（</a:t>
                      </a:r>
                      <a:r>
                        <a:rPr lang="en-US" altLang="zh-CN" sz="1200"/>
                        <a:t>multitable</a:t>
                      </a:r>
                      <a:r>
                        <a:rPr lang="zh-CN" altLang="en-US" sz="1200"/>
                        <a:t>）</a:t>
                      </a:r>
                      <a:br>
                        <a:rPr lang="zh-CN" altLang="en-US" sz="1200"/>
                      </a:br>
                      <a:r>
                        <a:rPr lang="zh-CN" altLang="en-US" sz="1200"/>
                        <a:t>中级六：</a:t>
                      </a:r>
                      <a:r>
                        <a:rPr lang="zh-CN" altLang="en-US" sz="1200" b="1"/>
                        <a:t>公式计算</a:t>
                      </a:r>
                      <a:r>
                        <a:rPr lang="zh-CN" altLang="en-US" sz="1200"/>
                        <a:t>（</a:t>
                      </a:r>
                      <a:r>
                        <a:rPr lang="en-US" altLang="zh-CN" sz="1200"/>
                        <a:t>formula</a:t>
                      </a:r>
                      <a:r>
                        <a:rPr lang="zh-CN" altLang="en-US" sz="1200"/>
                        <a:t>）</a:t>
                      </a:r>
                      <a:br>
                        <a:rPr lang="zh-CN" altLang="en-US" sz="1200"/>
                      </a:br>
                      <a:r>
                        <a:rPr lang="zh-CN" altLang="en-US" sz="1200"/>
                        <a:t>优先跨源问答（</a:t>
                      </a:r>
                      <a:r>
                        <a:rPr lang="en-US" altLang="zh-CN" sz="1200"/>
                        <a:t>cross</a:t>
                      </a:r>
                      <a:r>
                        <a:rPr lang="zh-CN" altLang="en-US" sz="1200"/>
                        <a:t>，本线承计算落地与数值绑定）</a:t>
                      </a:r>
                      <a:endParaRPr lang="zh-CN" altLang="en-US" sz="1200"/>
                    </a:p>
                  </a:txBody>
                  <a:tcPr marL="0" marR="0" marT="0" marB="0" anchor="ctr" anchorCtr="0"/>
                </a:tc>
              </a:tr>
              <a:tr h="2117725">
                <a:tc>
                  <a:txBody>
                    <a:bodyPr/>
                    <a:p>
                      <a:r>
                        <a:rPr lang="en-US" altLang="zh-CN" sz="1200"/>
                        <a:t>C </a:t>
                      </a:r>
                      <a:r>
                        <a:rPr lang="zh-CN" altLang="en-US" sz="1200"/>
                        <a:t>编排与交互线</a:t>
                      </a:r>
                      <a:endParaRPr lang="zh-CN" altLang="en-US" sz="1200"/>
                    </a:p>
                  </a:txBody>
                  <a:tcPr marL="0" marR="0" marT="0" marB="0" anchor="ctr" anchorCtr="0"/>
                </a:tc>
                <a:tc>
                  <a:txBody>
                    <a:bodyPr/>
                    <a:p>
                      <a:r>
                        <a:rPr lang="zh-CN" altLang="en-US" sz="1200" b="1">
                          <a:solidFill>
                            <a:srgbClr val="FF0000"/>
                          </a:solidFill>
                        </a:rPr>
                        <a:t>墙 </a:t>
                      </a:r>
                      <a:r>
                        <a:rPr lang="en-US" altLang="zh-CN" sz="1200" b="1">
                          <a:solidFill>
                            <a:srgbClr val="FF0000"/>
                          </a:solidFill>
                        </a:rPr>
                        <a:t>5 </a:t>
                      </a:r>
                      <a:r>
                        <a:rPr lang="zh-CN" altLang="en-US" sz="1200" b="1">
                          <a:solidFill>
                            <a:srgbClr val="FF0000"/>
                          </a:solidFill>
                        </a:rPr>
                        <a:t>路由误判 ＋ 墙 </a:t>
                      </a:r>
                      <a:r>
                        <a:rPr lang="en-US" altLang="zh-CN" sz="1200" b="1">
                          <a:solidFill>
                            <a:srgbClr val="FF0000"/>
                          </a:solidFill>
                        </a:rPr>
                        <a:t>3 </a:t>
                      </a:r>
                      <a:r>
                        <a:rPr lang="zh-CN" altLang="en-US" sz="1200" b="1">
                          <a:solidFill>
                            <a:srgbClr val="FF0000"/>
                          </a:solidFill>
                        </a:rPr>
                        <a:t>澄清策略 ＋ 状态语义（代码：</a:t>
                      </a:r>
                      <a:r>
                        <a:rPr lang="en-US" altLang="zh-CN" sz="1200" b="1">
                          <a:solidFill>
                            <a:srgbClr val="FF0000"/>
                          </a:solidFill>
                        </a:rPr>
                        <a:t>graph.py router/</a:t>
                      </a:r>
                      <a:r>
                        <a:rPr lang="zh-CN" altLang="en-US" sz="1200" b="1">
                          <a:solidFill>
                            <a:srgbClr val="FF0000"/>
                          </a:solidFill>
                        </a:rPr>
                        <a:t>澄清节点、</a:t>
                      </a:r>
                      <a:r>
                        <a:rPr lang="en-US" altLang="zh-CN" sz="1200" b="1">
                          <a:solidFill>
                            <a:srgbClr val="FF0000"/>
                          </a:solidFill>
                        </a:rPr>
                        <a:t>session.py</a:t>
                      </a:r>
                      <a:r>
                        <a:rPr lang="zh-CN" altLang="en-US" sz="1200" b="1">
                          <a:solidFill>
                            <a:srgbClr val="FF0000"/>
                          </a:solidFill>
                        </a:rPr>
                        <a:t>、</a:t>
                      </a:r>
                      <a:r>
                        <a:rPr lang="en-US" altLang="zh-CN" sz="1200" b="1">
                          <a:solidFill>
                            <a:srgbClr val="FF0000"/>
                          </a:solidFill>
                        </a:rPr>
                        <a:t>state.py</a:t>
                      </a:r>
                      <a:r>
                        <a:rPr lang="zh-CN" altLang="en-US" sz="1200" b="1">
                          <a:solidFill>
                            <a:srgbClr val="FF0000"/>
                          </a:solidFill>
                        </a:rPr>
                        <a:t>、</a:t>
                      </a:r>
                      <a:r>
                        <a:rPr lang="en-US" altLang="zh-CN" sz="1200" b="1">
                          <a:solidFill>
                            <a:srgbClr val="FF0000"/>
                          </a:solidFill>
                        </a:rPr>
                        <a:t>ask_service.py</a:t>
                      </a:r>
                      <a:r>
                        <a:rPr lang="zh-CN" altLang="en-US" sz="1200" b="1">
                          <a:solidFill>
                            <a:srgbClr val="FF0000"/>
                          </a:solidFill>
                        </a:rPr>
                        <a:t>、</a:t>
                      </a:r>
                      <a:r>
                        <a:rPr lang="en-US" altLang="zh-CN" sz="1200" b="1">
                          <a:solidFill>
                            <a:srgbClr val="FF0000"/>
                          </a:solidFill>
                        </a:rPr>
                        <a:t>graph_ask_service.py</a:t>
                      </a:r>
                      <a:r>
                        <a:rPr lang="zh-CN" altLang="en-US" sz="1200" b="1">
                          <a:solidFill>
                            <a:srgbClr val="FF0000"/>
                          </a:solidFill>
                        </a:rPr>
                        <a:t>、状态枚举与澄清槽位词表）</a:t>
                      </a:r>
                      <a:br>
                        <a:rPr lang="zh-CN" altLang="en-US" sz="1200" b="1">
                          <a:solidFill>
                            <a:srgbClr val="FF0000"/>
                          </a:solidFill>
                        </a:rPr>
                      </a:br>
                      <a:r>
                        <a:rPr lang="zh-CN" altLang="en-US" sz="1200"/>
                        <a:t>当前问题：</a:t>
                      </a:r>
                      <a:r>
                        <a:rPr lang="en-US" altLang="zh-CN" sz="1200"/>
                        <a:t>① </a:t>
                      </a:r>
                      <a:r>
                        <a:rPr lang="zh-CN" altLang="en-US" sz="1200"/>
                        <a:t>路由误判：</a:t>
                      </a:r>
                      <a:r>
                        <a:rPr lang="en-US" altLang="zh-CN" sz="1200"/>
                        <a:t>multitable-004/005 sql→rag</a:t>
                      </a:r>
                      <a:r>
                        <a:rPr lang="zh-CN" altLang="en-US" sz="1200"/>
                        <a:t>、</a:t>
                      </a:r>
                      <a:r>
                        <a:rPr lang="en-US" altLang="zh-CN" sz="1200"/>
                        <a:t>cross-003/004/007/008/010 cross→rag</a:t>
                      </a:r>
                      <a:r>
                        <a:rPr lang="zh-CN" altLang="en-US" sz="1200"/>
                        <a:t>、</a:t>
                      </a:r>
                      <a:r>
                        <a:rPr lang="en-US" altLang="zh-CN" sz="1200"/>
                        <a:t>formula-006/negative-005/cross-009 </a:t>
                      </a:r>
                      <a:r>
                        <a:rPr lang="zh-CN" altLang="en-US" sz="1200"/>
                        <a:t>误路由 </a:t>
                      </a:r>
                      <a:r>
                        <a:rPr lang="en-US" altLang="zh-CN" sz="1200"/>
                        <a:t>sql </a:t>
                      </a:r>
                      <a:r>
                        <a:rPr lang="zh-CN" altLang="en-US" sz="1200"/>
                        <a:t>硬答；</a:t>
                      </a:r>
                      <a:r>
                        <a:rPr lang="en-US" altLang="zh-CN" sz="1200"/>
                        <a:t>② </a:t>
                      </a:r>
                      <a:r>
                        <a:rPr lang="zh-CN" altLang="en-US" sz="1200"/>
                        <a:t>过度澄清残留：</a:t>
                      </a:r>
                      <a:r>
                        <a:rPr lang="en-US" altLang="zh-CN" sz="1200"/>
                        <a:t>cross-002/005/006</a:t>
                      </a:r>
                      <a:r>
                        <a:rPr lang="zh-CN" altLang="en-US" sz="1200"/>
                        <a:t>、</a:t>
                      </a:r>
                      <a:r>
                        <a:rPr lang="en-US" altLang="zh-CN" sz="1200"/>
                        <a:t>multidoc-001</a:t>
                      </a:r>
                      <a:r>
                        <a:rPr lang="zh-CN" altLang="en-US" sz="1200"/>
                        <a:t>、</a:t>
                      </a:r>
                      <a:r>
                        <a:rPr lang="en-US" altLang="zh-CN" sz="1200"/>
                        <a:t>session </a:t>
                      </a:r>
                      <a:r>
                        <a:rPr lang="zh-CN" altLang="en-US" sz="1200"/>
                        <a:t>多轮仍要年份澄清；</a:t>
                      </a:r>
                      <a:r>
                        <a:rPr lang="en-US" altLang="zh-CN" sz="1200"/>
                        <a:t>③ </a:t>
                      </a:r>
                      <a:r>
                        <a:rPr lang="zh-CN" altLang="en-US" sz="1200"/>
                        <a:t>欠澄清：</a:t>
                      </a:r>
                      <a:r>
                        <a:rPr lang="en-US" altLang="zh-CN" sz="1200"/>
                        <a:t>clarify-005/006 </a:t>
                      </a:r>
                      <a:r>
                        <a:rPr lang="zh-CN" altLang="en-US" sz="1200"/>
                        <a:t>该问没问；</a:t>
                      </a:r>
                      <a:r>
                        <a:rPr lang="en-US" altLang="zh-CN" sz="1200"/>
                        <a:t>④ </a:t>
                      </a:r>
                      <a:r>
                        <a:rPr lang="zh-CN" altLang="en-US" sz="1200"/>
                        <a:t>槽位词表与金标准不一致：</a:t>
                      </a:r>
                      <a:r>
                        <a:rPr lang="en-US" altLang="zh-CN" sz="1200"/>
                        <a:t>clarify-001/007/008</a:t>
                      </a:r>
                      <a:r>
                        <a:rPr lang="zh-CN" altLang="en-US" sz="1200"/>
                        <a:t>（</a:t>
                      </a:r>
                      <a:r>
                        <a:rPr lang="en-US" altLang="zh-CN" sz="1200"/>
                        <a:t>period vs quarter</a:t>
                      </a:r>
                      <a:r>
                        <a:rPr lang="zh-CN" altLang="en-US" sz="1200"/>
                        <a:t>、缺 </a:t>
                      </a:r>
                      <a:r>
                        <a:rPr lang="en-US" altLang="zh-CN" sz="1200"/>
                        <a:t>target_metric</a:t>
                      </a:r>
                      <a:r>
                        <a:rPr lang="zh-CN" altLang="en-US" sz="1200"/>
                        <a:t>、</a:t>
                      </a:r>
                      <a:r>
                        <a:rPr lang="en-US" altLang="zh-CN" sz="1200"/>
                        <a:t>genre_scope vs genre_boundary</a:t>
                      </a:r>
                      <a:r>
                        <a:rPr lang="zh-CN" altLang="en-US" sz="1200"/>
                        <a:t>）、</a:t>
                      </a:r>
                      <a:r>
                        <a:rPr lang="en-US" altLang="zh-CN" sz="1200"/>
                        <a:t>004 </a:t>
                      </a:r>
                      <a:r>
                        <a:rPr lang="zh-CN" altLang="en-US" sz="1200"/>
                        <a:t>槽位串味；</a:t>
                      </a:r>
                      <a:r>
                        <a:rPr lang="en-US" altLang="zh-CN" sz="1200"/>
                        <a:t>⑤ unsupported </a:t>
                      </a:r>
                      <a:r>
                        <a:rPr lang="zh-CN" altLang="en-US" sz="1200"/>
                        <a:t>与 </a:t>
                      </a:r>
                      <a:r>
                        <a:rPr lang="en-US" altLang="zh-CN" sz="1200"/>
                        <a:t>insufficient_evidence </a:t>
                      </a:r>
                      <a:r>
                        <a:rPr lang="zh-CN" altLang="en-US" sz="1200"/>
                        <a:t>边界不清（</a:t>
                      </a:r>
                      <a:r>
                        <a:rPr lang="en-US" altLang="zh-CN" sz="1200"/>
                        <a:t>negative-004</a:t>
                      </a:r>
                      <a:r>
                        <a:rPr lang="zh-CN" altLang="en-US" sz="1200"/>
                        <a:t>）、</a:t>
                      </a:r>
                      <a:r>
                        <a:rPr lang="en-US" altLang="zh-CN" sz="1200"/>
                        <a:t>session </a:t>
                      </a:r>
                      <a:r>
                        <a:rPr lang="zh-CN" altLang="en-US" sz="1200"/>
                        <a:t>继承失效（</a:t>
                      </a:r>
                      <a:r>
                        <a:rPr lang="en-US" altLang="zh-CN" sz="1200"/>
                        <a:t>0/5</a:t>
                      </a:r>
                      <a:r>
                        <a:rPr lang="zh-CN" altLang="en-US" sz="1200"/>
                        <a:t>）</a:t>
                      </a:r>
                      <a:endParaRPr lang="zh-CN" altLang="en-US" sz="1200"/>
                    </a:p>
                  </a:txBody>
                  <a:tcPr marL="0" marR="0" marT="0" marB="0" anchor="ctr" anchorCtr="0"/>
                </a:tc>
                <a:tc>
                  <a:txBody>
                    <a:bodyPr/>
                    <a:p>
                      <a:r>
                        <a:rPr lang="zh-CN" altLang="en-US" sz="1200" b="1"/>
                        <a:t>第一层（主验收）：</a:t>
                      </a:r>
                      <a:r>
                        <a:rPr lang="en-US" altLang="zh-CN" sz="1200" b="1"/>
                        <a:t>clarify</a:t>
                      </a:r>
                      <a:r>
                        <a:rPr lang="zh-CN" altLang="en-US" sz="1200" b="1"/>
                        <a:t>、</a:t>
                      </a:r>
                      <a:r>
                        <a:rPr lang="en-US" altLang="zh-CN" sz="1200" b="1"/>
                        <a:t>negative</a:t>
                      </a:r>
                      <a:r>
                        <a:rPr lang="zh-CN" altLang="en-US" sz="1200" b="1"/>
                        <a:t>、</a:t>
                      </a:r>
                      <a:r>
                        <a:rPr lang="en-US" altLang="zh-CN" sz="1200" b="1"/>
                        <a:t>session</a:t>
                      </a:r>
                      <a:r>
                        <a:rPr lang="zh-CN" altLang="en-US" sz="1200" b="1"/>
                        <a:t>（多轮）</a:t>
                      </a:r>
                      <a:br>
                        <a:rPr lang="zh-CN" altLang="en-US" sz="1200"/>
                      </a:br>
                      <a:r>
                        <a:rPr lang="zh-CN" altLang="en-US" sz="1200"/>
                        <a:t>第二层（关联验收）：</a:t>
                      </a:r>
                      <a:r>
                        <a:rPr lang="en-US" altLang="zh-CN" sz="1200"/>
                        <a:t>cross </a:t>
                      </a:r>
                      <a:r>
                        <a:rPr lang="zh-CN" altLang="en-US" sz="1200"/>
                        <a:t>的路由与澄清部分（</a:t>
                      </a:r>
                      <a:r>
                        <a:rPr lang="en-US" altLang="zh-CN" sz="1200"/>
                        <a:t>002/005/006 </a:t>
                      </a:r>
                      <a:r>
                        <a:rPr lang="zh-CN" altLang="en-US" sz="1200"/>
                        <a:t>过度澄清、</a:t>
                      </a:r>
                      <a:r>
                        <a:rPr lang="en-US" altLang="zh-CN" sz="1200"/>
                        <a:t>5 </a:t>
                      </a:r>
                      <a:r>
                        <a:rPr lang="zh-CN" altLang="en-US" sz="1200"/>
                        <a:t>题路由）、</a:t>
                      </a:r>
                      <a:r>
                        <a:rPr lang="en-US" altLang="zh-CN" sz="1200"/>
                        <a:t>multitable-004/005 </a:t>
                      </a:r>
                      <a:r>
                        <a:rPr lang="zh-CN" altLang="en-US" sz="1200"/>
                        <a:t>路由部分、</a:t>
                      </a:r>
                      <a:r>
                        <a:rPr lang="en-US" altLang="zh-CN" sz="1200"/>
                        <a:t>formula-006 </a:t>
                      </a:r>
                      <a:r>
                        <a:rPr lang="zh-CN" altLang="en-US" sz="1200"/>
                        <a:t>与 </a:t>
                      </a:r>
                      <a:r>
                        <a:rPr lang="en-US" altLang="zh-CN" sz="1200"/>
                        <a:t>negative-005 </a:t>
                      </a:r>
                      <a:r>
                        <a:rPr lang="zh-CN" altLang="en-US" sz="1200"/>
                        <a:t>拒绝边界</a:t>
                      </a:r>
                      <a:br>
                        <a:rPr lang="zh-CN" altLang="en-US" sz="1200"/>
                      </a:br>
                      <a:r>
                        <a:rPr lang="zh-CN" altLang="en-US" sz="1200"/>
                        <a:t>第三层（回归）：全量 </a:t>
                      </a:r>
                      <a:r>
                        <a:rPr lang="en-US" altLang="zh-CN" sz="1200"/>
                        <a:t>80 </a:t>
                      </a:r>
                      <a:r>
                        <a:rPr lang="zh-CN" altLang="en-US" sz="1200"/>
                        <a:t>条</a:t>
                      </a:r>
                      <a:endParaRPr lang="zh-CN" altLang="en-US" sz="1200"/>
                    </a:p>
                  </a:txBody>
                  <a:tcPr marL="0" marR="0" marT="0" marB="0" anchor="ctr" anchorCtr="0"/>
                </a:tc>
                <a:tc>
                  <a:txBody>
                    <a:bodyPr/>
                    <a:p>
                      <a:r>
                        <a:rPr lang="zh-CN" altLang="en-US" sz="1200"/>
                        <a:t>中级三：</a:t>
                      </a:r>
                      <a:r>
                        <a:rPr lang="zh-CN" altLang="en-US" sz="1200" b="1"/>
                        <a:t>主动澄清</a:t>
                      </a:r>
                      <a:r>
                        <a:rPr lang="zh-CN" altLang="en-US" sz="1200"/>
                        <a:t>（</a:t>
                      </a:r>
                      <a:r>
                        <a:rPr lang="en-US" altLang="zh-CN" sz="1200"/>
                        <a:t>clarify</a:t>
                      </a:r>
                      <a:r>
                        <a:rPr lang="zh-CN" altLang="en-US" sz="1200"/>
                        <a:t>）</a:t>
                      </a:r>
                      <a:br>
                        <a:rPr lang="zh-CN" altLang="en-US" sz="1200"/>
                      </a:br>
                      <a:r>
                        <a:rPr lang="zh-CN" altLang="en-US" sz="1200" b="1"/>
                        <a:t>无证据处理</a:t>
                      </a:r>
                      <a:r>
                        <a:rPr lang="zh-CN" altLang="en-US" sz="1200"/>
                        <a:t>（</a:t>
                      </a:r>
                      <a:r>
                        <a:rPr lang="en-US" altLang="zh-CN" sz="1200"/>
                        <a:t>negative</a:t>
                      </a:r>
                      <a:r>
                        <a:rPr lang="zh-CN" altLang="en-US" sz="1200"/>
                        <a:t>，边界不清可删改，勿与澄清混淆）</a:t>
                      </a:r>
                      <a:br>
                        <a:rPr lang="zh-CN" altLang="en-US" sz="1200"/>
                      </a:br>
                      <a:r>
                        <a:rPr lang="zh-CN" altLang="en-US" sz="1200" b="1"/>
                        <a:t>多轮会话</a:t>
                      </a:r>
                      <a:r>
                        <a:rPr lang="zh-CN" altLang="en-US" sz="1200"/>
                        <a:t>（</a:t>
                      </a:r>
                      <a:r>
                        <a:rPr lang="en-US" altLang="zh-CN" sz="1200"/>
                        <a:t>session</a:t>
                      </a:r>
                      <a:r>
                        <a:rPr lang="zh-CN" altLang="en-US" sz="1200"/>
                        <a:t>，可删）</a:t>
                      </a:r>
                      <a:br>
                        <a:rPr lang="zh-CN" altLang="en-US" sz="1200"/>
                      </a:br>
                      <a:r>
                        <a:rPr lang="zh-CN" altLang="en-US" sz="1200" b="1">
                          <a:highlight>
                            <a:srgbClr val="FFFF00"/>
                          </a:highlight>
                        </a:rPr>
                        <a:t>优先跨源问答</a:t>
                      </a:r>
                      <a:r>
                        <a:rPr lang="zh-CN" altLang="en-US" sz="1200">
                          <a:highlight>
                            <a:srgbClr val="FFFF00"/>
                          </a:highlight>
                        </a:rPr>
                        <a:t>（</a:t>
                      </a:r>
                      <a:r>
                        <a:rPr lang="en-US" altLang="zh-CN" sz="1200">
                          <a:highlight>
                            <a:srgbClr val="FFFF00"/>
                          </a:highlight>
                        </a:rPr>
                        <a:t>cross</a:t>
                      </a:r>
                      <a:r>
                        <a:rPr lang="zh-CN" altLang="en-US" sz="1200">
                          <a:highlight>
                            <a:srgbClr val="FFFF00"/>
                          </a:highlight>
                        </a:rPr>
                        <a:t>，本线承路由与澄清信号）</a:t>
                      </a:r>
                      <a:endParaRPr lang="zh-CN" altLang="en-US" sz="1200">
                        <a:highlight>
                          <a:srgbClr val="FFFF00"/>
                        </a:highlight>
                      </a:endParaRPr>
                    </a:p>
                  </a:txBody>
                  <a:tcPr marL="0" marR="0" marT="0" marB="0" anchor="ctr" anchorCtr="0"/>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t>初赛</a:t>
            </a:r>
            <a:r>
              <a:t>提交</a:t>
            </a:r>
          </a:p>
        </p:txBody>
      </p:sp>
      <p:sp>
        <p:nvSpPr>
          <p:cNvPr id="5" name="Text Box 3"/>
          <p:cNvSpPr txBox="1"/>
          <p:nvPr/>
        </p:nvSpPr>
        <p:spPr>
          <a:xfrm>
            <a:off x="337185" y="1012825"/>
            <a:ext cx="5495925" cy="5146040"/>
          </a:xfrm>
          <a:prstGeom prst="rect">
            <a:avLst/>
          </a:prstGeom>
          <a:noFill/>
        </p:spPr>
        <p:txBody>
          <a:bodyPr wrap="square" rtlCol="0">
            <a:noAutofit/>
          </a:bodyPr>
          <a:p>
            <a:pPr indent="0" algn="l" fontAlgn="auto">
              <a:lnSpc>
                <a:spcPct val="125000"/>
              </a:lnSpc>
              <a:spcBef>
                <a:spcPts val="0"/>
              </a:spcBef>
              <a:spcAft>
                <a:spcPts val="0"/>
              </a:spcAft>
              <a:buClrTx/>
              <a:buSzTx/>
              <a:buFont typeface="Wingdings" panose="05000000000000000000" charset="0"/>
              <a:buNone/>
            </a:pPr>
            <a:r>
              <a:rPr lang="zh-CN" altLang="en-US" sz="2400" b="1" kern="100" dirty="0">
                <a:solidFill>
                  <a:srgbClr val="103380"/>
                </a:solidFill>
                <a:uFillTx/>
                <a:latin typeface="微软雅黑" panose="020B0503020204020204" pitchFamily="34" charset="-122"/>
                <a:ea typeface="微软雅黑" panose="020B0503020204020204" pitchFamily="34" charset="-122"/>
                <a:sym typeface="+mn-ea"/>
              </a:rPr>
              <a:t>最终提交形式：</a:t>
            </a:r>
            <a:r>
              <a:rPr lang="en-US" altLang="zh-CN" sz="2400" b="1" kern="100" dirty="0">
                <a:solidFill>
                  <a:srgbClr val="103380"/>
                </a:solidFill>
                <a:uFillTx/>
                <a:latin typeface="微软雅黑" panose="020B0503020204020204" pitchFamily="34" charset="-122"/>
                <a:ea typeface="微软雅黑" panose="020B0503020204020204" pitchFamily="34" charset="-122"/>
                <a:sym typeface="+mn-ea"/>
              </a:rPr>
              <a:t>ddl 10.19</a:t>
            </a:r>
            <a:endParaRPr lang="zh-CN" altLang="en-US" sz="2400" b="1" kern="100" dirty="0">
              <a:solidFill>
                <a:srgbClr val="103380"/>
              </a:solidFill>
              <a:uFillTx/>
              <a:latin typeface="微软雅黑" panose="020B0503020204020204" pitchFamily="34" charset="-122"/>
              <a:ea typeface="微软雅黑" panose="020B0503020204020204" pitchFamily="34" charset="-122"/>
              <a:sym typeface="+mn-ea"/>
            </a:endParaRPr>
          </a:p>
          <a:p>
            <a:pPr indent="0" algn="l" fontAlgn="auto">
              <a:lnSpc>
                <a:spcPct val="125000"/>
              </a:lnSpc>
              <a:spcBef>
                <a:spcPts val="0"/>
              </a:spcBef>
              <a:spcAft>
                <a:spcPts val="0"/>
              </a:spcAft>
              <a:buClrTx/>
              <a:buSzTx/>
              <a:buFont typeface="Wingdings" panose="05000000000000000000" charset="0"/>
              <a:buNone/>
            </a:pPr>
            <a:r>
              <a:rPr lang="zh-CN" altLang="en-US" sz="2000" kern="100" dirty="0">
                <a:solidFill>
                  <a:srgbClr val="103380"/>
                </a:solidFill>
                <a:uFillTx/>
                <a:latin typeface="微软雅黑" panose="020B0503020204020204" pitchFamily="34" charset="-122"/>
                <a:ea typeface="微软雅黑" panose="020B0503020204020204" pitchFamily="34" charset="-122"/>
                <a:sym typeface="+mn-ea"/>
              </a:rPr>
              <a:t>（1）技术文档——设计报告：提交 </a:t>
            </a:r>
            <a:r>
              <a:rPr lang="en-US" altLang="zh-CN" sz="2000" kern="100" dirty="0">
                <a:solidFill>
                  <a:srgbClr val="103380"/>
                </a:solidFill>
                <a:uFillTx/>
                <a:latin typeface="微软雅黑" panose="020B0503020204020204" pitchFamily="34" charset="-122"/>
                <a:ea typeface="微软雅黑" panose="020B0503020204020204" pitchFamily="34" charset="-122"/>
                <a:sym typeface="+mn-ea"/>
              </a:rPr>
              <a:t>Word </a:t>
            </a:r>
            <a:r>
              <a:rPr lang="zh-CN" altLang="en-US" sz="2000" kern="100" dirty="0">
                <a:solidFill>
                  <a:srgbClr val="103380"/>
                </a:solidFill>
                <a:uFillTx/>
                <a:latin typeface="微软雅黑" panose="020B0503020204020204" pitchFamily="34" charset="-122"/>
                <a:ea typeface="微软雅黑" panose="020B0503020204020204" pitchFamily="34" charset="-122"/>
                <a:sym typeface="+mn-ea"/>
              </a:rPr>
              <a:t>版本及 </a:t>
            </a:r>
            <a:r>
              <a:rPr lang="en-US" altLang="zh-CN" sz="2000" kern="100" dirty="0">
                <a:solidFill>
                  <a:srgbClr val="103380"/>
                </a:solidFill>
                <a:uFillTx/>
                <a:latin typeface="微软雅黑" panose="020B0503020204020204" pitchFamily="34" charset="-122"/>
                <a:ea typeface="微软雅黑" panose="020B0503020204020204" pitchFamily="34" charset="-122"/>
                <a:sym typeface="+mn-ea"/>
              </a:rPr>
              <a:t>PDF </a:t>
            </a:r>
            <a:r>
              <a:rPr lang="zh-CN" altLang="en-US" sz="2000" kern="100" dirty="0">
                <a:solidFill>
                  <a:srgbClr val="103380"/>
                </a:solidFill>
                <a:uFillTx/>
                <a:latin typeface="微软雅黑" panose="020B0503020204020204" pitchFamily="34" charset="-122"/>
                <a:ea typeface="微软雅黑" panose="020B0503020204020204" pitchFamily="34" charset="-122"/>
                <a:sym typeface="+mn-ea"/>
              </a:rPr>
              <a:t>版本各 1 份，总篇幅建议不超过 20 页（含封面、目录、正文及附录）。</a:t>
            </a:r>
            <a:endParaRPr lang="zh-CN" altLang="en-US" sz="2000" kern="100" dirty="0">
              <a:solidFill>
                <a:srgbClr val="103380"/>
              </a:solidFill>
              <a:uFillTx/>
              <a:latin typeface="微软雅黑" panose="020B0503020204020204" pitchFamily="34" charset="-122"/>
              <a:ea typeface="微软雅黑" panose="020B0503020204020204" pitchFamily="34" charset="-122"/>
              <a:sym typeface="+mn-ea"/>
            </a:endParaRPr>
          </a:p>
          <a:p>
            <a:pPr indent="0" algn="l" fontAlgn="auto">
              <a:lnSpc>
                <a:spcPct val="125000"/>
              </a:lnSpc>
              <a:spcBef>
                <a:spcPts val="0"/>
              </a:spcBef>
              <a:spcAft>
                <a:spcPts val="0"/>
              </a:spcAft>
              <a:buClrTx/>
              <a:buSzTx/>
              <a:buFont typeface="Wingdings" panose="05000000000000000000" charset="0"/>
              <a:buNone/>
            </a:pPr>
            <a:r>
              <a:rPr lang="zh-CN" altLang="en-US" sz="2000" kern="100" dirty="0">
                <a:solidFill>
                  <a:srgbClr val="103380"/>
                </a:solidFill>
                <a:uFillTx/>
                <a:latin typeface="微软雅黑" panose="020B0503020204020204" pitchFamily="34" charset="-122"/>
                <a:ea typeface="微软雅黑" panose="020B0503020204020204" pitchFamily="34" charset="-122"/>
                <a:sym typeface="+mn-ea"/>
              </a:rPr>
              <a:t>封面或目录后的</a:t>
            </a:r>
            <a:r>
              <a:rPr lang="zh-CN" altLang="en-US" sz="2000" kern="100" dirty="0">
                <a:solidFill>
                  <a:srgbClr val="103380"/>
                </a:solidFill>
                <a:highlight>
                  <a:srgbClr val="FFFF00"/>
                </a:highlight>
                <a:uFillTx/>
                <a:latin typeface="微软雅黑" panose="020B0503020204020204" pitchFamily="34" charset="-122"/>
                <a:ea typeface="微软雅黑" panose="020B0503020204020204" pitchFamily="34" charset="-122"/>
                <a:sym typeface="+mn-ea"/>
              </a:rPr>
              <a:t>第 1-2 页必须为“项目核心亮点预览页”</a:t>
            </a:r>
            <a:r>
              <a:rPr lang="zh-CN" altLang="en-US" sz="2000" kern="100" dirty="0">
                <a:solidFill>
                  <a:srgbClr val="103380"/>
                </a:solidFill>
                <a:uFillTx/>
                <a:latin typeface="微软雅黑" panose="020B0503020204020204" pitchFamily="34" charset="-122"/>
                <a:ea typeface="微软雅黑" panose="020B0503020204020204" pitchFamily="34" charset="-122"/>
                <a:sym typeface="+mn-ea"/>
              </a:rPr>
              <a:t>，集中展示作品相对于赛题基础任务和中级任务要求所实现的核心能力，</a:t>
            </a:r>
            <a:endParaRPr lang="zh-CN" altLang="en-US" sz="2000" kern="100" dirty="0">
              <a:solidFill>
                <a:srgbClr val="103380"/>
              </a:solidFill>
              <a:uFillTx/>
              <a:latin typeface="微软雅黑" panose="020B0503020204020204" pitchFamily="34" charset="-122"/>
              <a:ea typeface="微软雅黑" panose="020B0503020204020204" pitchFamily="34" charset="-122"/>
              <a:sym typeface="+mn-ea"/>
            </a:endParaRPr>
          </a:p>
          <a:p>
            <a:pPr indent="0" algn="l" fontAlgn="auto">
              <a:lnSpc>
                <a:spcPct val="125000"/>
              </a:lnSpc>
              <a:spcBef>
                <a:spcPts val="0"/>
              </a:spcBef>
              <a:spcAft>
                <a:spcPts val="0"/>
              </a:spcAft>
              <a:buClrTx/>
              <a:buSzTx/>
              <a:buFont typeface="Wingdings" panose="05000000000000000000" charset="0"/>
              <a:buNone/>
            </a:pPr>
            <a:r>
              <a:rPr lang="zh-CN" altLang="en-US" sz="2000" kern="100" dirty="0">
                <a:solidFill>
                  <a:srgbClr val="103380"/>
                </a:solidFill>
                <a:uFillTx/>
                <a:latin typeface="微软雅黑" panose="020B0503020204020204" pitchFamily="34" charset="-122"/>
                <a:ea typeface="微软雅黑" panose="020B0503020204020204" pitchFamily="34" charset="-122"/>
                <a:sym typeface="+mn-ea"/>
              </a:rPr>
              <a:t>包括但不限于：</a:t>
            </a:r>
            <a:r>
              <a:rPr lang="zh-CN" altLang="en-US" sz="2000" kern="100" dirty="0">
                <a:solidFill>
                  <a:srgbClr val="103380"/>
                </a:solidFill>
                <a:highlight>
                  <a:srgbClr val="FFFF00"/>
                </a:highlight>
                <a:uFillTx/>
                <a:latin typeface="微软雅黑" panose="020B0503020204020204" pitchFamily="34" charset="-122"/>
                <a:ea typeface="微软雅黑" panose="020B0503020204020204" pitchFamily="34" charset="-122"/>
                <a:sym typeface="+mn-ea"/>
              </a:rPr>
              <a:t>系统整体架构图、多模态数据融合处理链路、核心创新点摘要、已攻克的中级任务清单及实现效果关键数据</a:t>
            </a:r>
            <a:r>
              <a:rPr lang="zh-CN" altLang="en-US" sz="2000" kern="100" dirty="0">
                <a:solidFill>
                  <a:srgbClr val="103380"/>
                </a:solidFill>
                <a:uFillTx/>
                <a:latin typeface="微软雅黑" panose="020B0503020204020204" pitchFamily="34" charset="-122"/>
                <a:ea typeface="微软雅黑" panose="020B0503020204020204" pitchFamily="34" charset="-122"/>
                <a:sym typeface="+mn-ea"/>
              </a:rPr>
              <a:t>（如 </a:t>
            </a:r>
            <a:r>
              <a:rPr lang="en-US" altLang="zh-CN" sz="2000" kern="100" dirty="0">
                <a:solidFill>
                  <a:srgbClr val="103380"/>
                </a:solidFill>
                <a:uFillTx/>
                <a:latin typeface="微软雅黑" panose="020B0503020204020204" pitchFamily="34" charset="-122"/>
                <a:ea typeface="微软雅黑" panose="020B0503020204020204" pitchFamily="34" charset="-122"/>
                <a:sym typeface="+mn-ea"/>
              </a:rPr>
              <a:t>NL2SQL </a:t>
            </a:r>
            <a:r>
              <a:rPr lang="zh-CN" altLang="en-US" sz="2000" kern="100" dirty="0">
                <a:solidFill>
                  <a:srgbClr val="103380"/>
                </a:solidFill>
                <a:uFillTx/>
                <a:latin typeface="微软雅黑" panose="020B0503020204020204" pitchFamily="34" charset="-122"/>
                <a:ea typeface="微软雅黑" panose="020B0503020204020204" pitchFamily="34" charset="-122"/>
                <a:sym typeface="+mn-ea"/>
              </a:rPr>
              <a:t>执行准确率、</a:t>
            </a:r>
            <a:r>
              <a:rPr lang="en-US" altLang="zh-CN" sz="2000" kern="100" dirty="0">
                <a:solidFill>
                  <a:srgbClr val="103380"/>
                </a:solidFill>
                <a:uFillTx/>
                <a:latin typeface="微软雅黑" panose="020B0503020204020204" pitchFamily="34" charset="-122"/>
                <a:ea typeface="微软雅黑" panose="020B0503020204020204" pitchFamily="34" charset="-122"/>
                <a:sym typeface="+mn-ea"/>
              </a:rPr>
              <a:t>RAG </a:t>
            </a:r>
            <a:r>
              <a:rPr lang="zh-CN" altLang="en-US" sz="2000" kern="100" dirty="0">
                <a:solidFill>
                  <a:srgbClr val="103380"/>
                </a:solidFill>
                <a:uFillTx/>
                <a:latin typeface="微软雅黑" panose="020B0503020204020204" pitchFamily="34" charset="-122"/>
                <a:ea typeface="微软雅黑" panose="020B0503020204020204" pitchFamily="34" charset="-122"/>
                <a:sym typeface="+mn-ea"/>
              </a:rPr>
              <a:t>检索命中率、澄清交互成功率等）。</a:t>
            </a:r>
            <a:endParaRPr lang="en-US" altLang="zh-CN" sz="2400" b="1" kern="100" dirty="0">
              <a:solidFill>
                <a:srgbClr val="103380"/>
              </a:solidFill>
              <a:uFillTx/>
              <a:latin typeface="微软雅黑" panose="020B0503020204020204" pitchFamily="34" charset="-122"/>
              <a:ea typeface="微软雅黑" panose="020B0503020204020204" pitchFamily="34" charset="-122"/>
              <a:sym typeface="+mn-ea"/>
            </a:endParaRPr>
          </a:p>
          <a:p>
            <a:pPr indent="0" algn="l" fontAlgn="auto">
              <a:lnSpc>
                <a:spcPct val="125000"/>
              </a:lnSpc>
              <a:spcBef>
                <a:spcPts val="0"/>
              </a:spcBef>
              <a:spcAft>
                <a:spcPts val="0"/>
              </a:spcAft>
              <a:buClrTx/>
              <a:buSzTx/>
              <a:buFont typeface="Wingdings" panose="05000000000000000000" charset="0"/>
              <a:buNone/>
            </a:pPr>
            <a:endParaRPr lang="en-US" altLang="zh-CN" sz="2000" b="1" kern="100" dirty="0">
              <a:solidFill>
                <a:srgbClr val="103380"/>
              </a:solidFill>
              <a:uFillTx/>
              <a:latin typeface="微软雅黑" panose="020B0503020204020204" pitchFamily="34" charset="-122"/>
              <a:ea typeface="微软雅黑" panose="020B0503020204020204" pitchFamily="34" charset="-122"/>
              <a:sym typeface="+mn-ea"/>
            </a:endParaRPr>
          </a:p>
          <a:p>
            <a:pPr indent="0" algn="l" fontAlgn="auto">
              <a:lnSpc>
                <a:spcPct val="125000"/>
              </a:lnSpc>
              <a:spcBef>
                <a:spcPts val="0"/>
              </a:spcBef>
              <a:spcAft>
                <a:spcPts val="0"/>
              </a:spcAft>
              <a:buClrTx/>
              <a:buSzTx/>
              <a:buFont typeface="Arial" panose="020B0604020202020204" pitchFamily="34" charset="0"/>
              <a:buNone/>
            </a:pPr>
            <a:endParaRPr lang="en-US" altLang="zh-CN" sz="2000" b="1" kern="100" dirty="0">
              <a:solidFill>
                <a:srgbClr val="103380"/>
              </a:solidFill>
              <a:uFillTx/>
              <a:latin typeface="微软雅黑" panose="020B0503020204020204" pitchFamily="34" charset="-122"/>
              <a:ea typeface="微软雅黑" panose="020B0503020204020204" pitchFamily="34" charset="-122"/>
              <a:sym typeface="+mn-ea"/>
            </a:endParaRPr>
          </a:p>
        </p:txBody>
      </p:sp>
      <p:sp>
        <p:nvSpPr>
          <p:cNvPr id="6" name="Text Box 3"/>
          <p:cNvSpPr txBox="1"/>
          <p:nvPr/>
        </p:nvSpPr>
        <p:spPr>
          <a:xfrm>
            <a:off x="6216650" y="1088390"/>
            <a:ext cx="5825490" cy="5146040"/>
          </a:xfrm>
          <a:prstGeom prst="rect">
            <a:avLst/>
          </a:prstGeom>
          <a:noFill/>
        </p:spPr>
        <p:txBody>
          <a:bodyPr wrap="square" rtlCol="0">
            <a:noAutofit/>
          </a:bodyPr>
          <a:p>
            <a:pPr indent="0" algn="l" fontAlgn="auto">
              <a:lnSpc>
                <a:spcPct val="125000"/>
              </a:lnSpc>
              <a:spcBef>
                <a:spcPts val="0"/>
              </a:spcBef>
              <a:spcAft>
                <a:spcPts val="0"/>
              </a:spcAft>
              <a:buClrTx/>
              <a:buSzTx/>
              <a:buFont typeface="Wingdings" panose="05000000000000000000" charset="0"/>
              <a:buNone/>
            </a:pPr>
            <a:r>
              <a:rPr lang="zh-CN" altLang="en-US" kern="100" dirty="0">
                <a:solidFill>
                  <a:srgbClr val="103380"/>
                </a:solidFill>
                <a:uFillTx/>
                <a:latin typeface="微软雅黑" panose="020B0503020204020204" pitchFamily="34" charset="-122"/>
                <a:ea typeface="微软雅黑" panose="020B0503020204020204" pitchFamily="34" charset="-122"/>
                <a:sym typeface="+mn-ea"/>
              </a:rPr>
              <a:t>（2）技术文档——技术实现说明书：格式要求同上，总篇幅建议不超过 30 页。内容应系统阐述以下模块：</a:t>
            </a:r>
            <a:endParaRPr lang="zh-CN" altLang="en-US" kern="100" dirty="0">
              <a:solidFill>
                <a:srgbClr val="103380"/>
              </a:solidFill>
              <a:uFillTx/>
              <a:latin typeface="微软雅黑" panose="020B0503020204020204" pitchFamily="34" charset="-122"/>
              <a:ea typeface="微软雅黑" panose="020B0503020204020204" pitchFamily="34" charset="-122"/>
              <a:sym typeface="+mn-ea"/>
            </a:endParaRPr>
          </a:p>
          <a:p>
            <a:pPr marL="342900" indent="-342900" algn="l" fontAlgn="auto">
              <a:lnSpc>
                <a:spcPct val="125000"/>
              </a:lnSpc>
              <a:spcBef>
                <a:spcPts val="0"/>
              </a:spcBef>
              <a:spcAft>
                <a:spcPts val="0"/>
              </a:spcAft>
              <a:buClrTx/>
              <a:buSzTx/>
              <a:buFont typeface="Wingdings" panose="05000000000000000000" charset="0"/>
              <a:buChar char="l"/>
            </a:pPr>
            <a:r>
              <a:rPr lang="zh-CN" altLang="en-US" kern="100" dirty="0">
                <a:solidFill>
                  <a:srgbClr val="103380"/>
                </a:solidFill>
                <a:uFillTx/>
                <a:latin typeface="微软雅黑" panose="020B0503020204020204" pitchFamily="34" charset="-122"/>
                <a:ea typeface="微软雅黑" panose="020B0503020204020204" pitchFamily="34" charset="-122"/>
                <a:sym typeface="+mn-ea"/>
              </a:rPr>
              <a:t>系统总体架构设计</a:t>
            </a:r>
            <a:endParaRPr lang="zh-CN" altLang="en-US" kern="100" dirty="0">
              <a:solidFill>
                <a:srgbClr val="103380"/>
              </a:solidFill>
              <a:uFillTx/>
              <a:latin typeface="微软雅黑" panose="020B0503020204020204" pitchFamily="34" charset="-122"/>
              <a:ea typeface="微软雅黑" panose="020B0503020204020204" pitchFamily="34" charset="-122"/>
              <a:sym typeface="+mn-ea"/>
            </a:endParaRPr>
          </a:p>
          <a:p>
            <a:pPr marL="342900" indent="-342900" algn="l" fontAlgn="auto">
              <a:lnSpc>
                <a:spcPct val="125000"/>
              </a:lnSpc>
              <a:spcBef>
                <a:spcPts val="0"/>
              </a:spcBef>
              <a:spcAft>
                <a:spcPts val="0"/>
              </a:spcAft>
              <a:buClrTx/>
              <a:buSzTx/>
              <a:buFont typeface="Wingdings" panose="05000000000000000000" charset="0"/>
              <a:buChar char="l"/>
            </a:pPr>
            <a:r>
              <a:rPr lang="en-US" altLang="zh-CN" kern="100" dirty="0">
                <a:solidFill>
                  <a:srgbClr val="103380"/>
                </a:solidFill>
                <a:uFillTx/>
                <a:latin typeface="微软雅黑" panose="020B0503020204020204" pitchFamily="34" charset="-122"/>
                <a:ea typeface="微软雅黑" panose="020B0503020204020204" pitchFamily="34" charset="-122"/>
                <a:sym typeface="+mn-ea"/>
              </a:rPr>
              <a:t>NL2SQL </a:t>
            </a:r>
            <a:r>
              <a:rPr lang="zh-CN" altLang="en-US" kern="100" dirty="0">
                <a:solidFill>
                  <a:srgbClr val="103380"/>
                </a:solidFill>
                <a:uFillTx/>
                <a:latin typeface="微软雅黑" panose="020B0503020204020204" pitchFamily="34" charset="-122"/>
                <a:ea typeface="微软雅黑" panose="020B0503020204020204" pitchFamily="34" charset="-122"/>
                <a:sym typeface="+mn-ea"/>
              </a:rPr>
              <a:t>模块技术实现（包含 </a:t>
            </a:r>
            <a:r>
              <a:rPr lang="en-US" altLang="zh-CN" kern="100" dirty="0">
                <a:solidFill>
                  <a:srgbClr val="103380"/>
                </a:solidFill>
                <a:uFillTx/>
                <a:latin typeface="微软雅黑" panose="020B0503020204020204" pitchFamily="34" charset="-122"/>
                <a:ea typeface="微软雅黑" panose="020B0503020204020204" pitchFamily="34" charset="-122"/>
                <a:sym typeface="+mn-ea"/>
              </a:rPr>
              <a:t>Schema</a:t>
            </a:r>
            <a:r>
              <a:rPr lang="zh-CN" altLang="en-US" kern="100" dirty="0">
                <a:solidFill>
                  <a:srgbClr val="103380"/>
                </a:solidFill>
                <a:uFillTx/>
                <a:latin typeface="微软雅黑" panose="020B0503020204020204" pitchFamily="34" charset="-122"/>
                <a:ea typeface="微软雅黑" panose="020B0503020204020204" pitchFamily="34" charset="-122"/>
                <a:sym typeface="+mn-ea"/>
              </a:rPr>
              <a:t>　</a:t>
            </a:r>
            <a:r>
              <a:rPr lang="en-US" altLang="zh-CN" kern="100" dirty="0">
                <a:solidFill>
                  <a:srgbClr val="103380"/>
                </a:solidFill>
                <a:uFillTx/>
                <a:latin typeface="微软雅黑" panose="020B0503020204020204" pitchFamily="34" charset="-122"/>
                <a:ea typeface="微软雅黑" panose="020B0503020204020204" pitchFamily="34" charset="-122"/>
                <a:sym typeface="+mn-ea"/>
              </a:rPr>
              <a:t>Linking </a:t>
            </a:r>
            <a:r>
              <a:rPr lang="zh-CN" altLang="en-US" kern="100" dirty="0">
                <a:solidFill>
                  <a:srgbClr val="103380"/>
                </a:solidFill>
                <a:uFillTx/>
                <a:latin typeface="微软雅黑" panose="020B0503020204020204" pitchFamily="34" charset="-122"/>
                <a:ea typeface="微软雅黑" panose="020B0503020204020204" pitchFamily="34" charset="-122"/>
                <a:sym typeface="+mn-ea"/>
              </a:rPr>
              <a:t>方案、要素识别模型、</a:t>
            </a:r>
            <a:r>
              <a:rPr lang="en-US" altLang="zh-CN" kern="100" dirty="0">
                <a:solidFill>
                  <a:srgbClr val="103380"/>
                </a:solidFill>
                <a:uFillTx/>
                <a:latin typeface="微软雅黑" panose="020B0503020204020204" pitchFamily="34" charset="-122"/>
                <a:ea typeface="微软雅黑" panose="020B0503020204020204" pitchFamily="34" charset="-122"/>
                <a:sym typeface="+mn-ea"/>
              </a:rPr>
              <a:t>SQL </a:t>
            </a:r>
            <a:r>
              <a:rPr lang="zh-CN" altLang="en-US" kern="100" dirty="0">
                <a:solidFill>
                  <a:srgbClr val="103380"/>
                </a:solidFill>
                <a:uFillTx/>
                <a:latin typeface="微软雅黑" panose="020B0503020204020204" pitchFamily="34" charset="-122"/>
                <a:ea typeface="微软雅黑" panose="020B0503020204020204" pitchFamily="34" charset="-122"/>
                <a:sym typeface="+mn-ea"/>
              </a:rPr>
              <a:t>生成与校验机制）</a:t>
            </a:r>
            <a:endParaRPr lang="zh-CN" altLang="en-US" kern="100" dirty="0">
              <a:solidFill>
                <a:srgbClr val="103380"/>
              </a:solidFill>
              <a:uFillTx/>
              <a:latin typeface="微软雅黑" panose="020B0503020204020204" pitchFamily="34" charset="-122"/>
              <a:ea typeface="微软雅黑" panose="020B0503020204020204" pitchFamily="34" charset="-122"/>
              <a:sym typeface="+mn-ea"/>
            </a:endParaRPr>
          </a:p>
          <a:p>
            <a:pPr marL="342900" indent="-342900" algn="l" fontAlgn="auto">
              <a:lnSpc>
                <a:spcPct val="125000"/>
              </a:lnSpc>
              <a:spcBef>
                <a:spcPts val="0"/>
              </a:spcBef>
              <a:spcAft>
                <a:spcPts val="0"/>
              </a:spcAft>
              <a:buClrTx/>
              <a:buSzTx/>
              <a:buFont typeface="Wingdings" panose="05000000000000000000" charset="0"/>
              <a:buChar char="l"/>
            </a:pPr>
            <a:r>
              <a:rPr lang="en-US" altLang="zh-CN" kern="100" dirty="0">
                <a:solidFill>
                  <a:srgbClr val="103380"/>
                </a:solidFill>
                <a:uFillTx/>
                <a:latin typeface="微软雅黑" panose="020B0503020204020204" pitchFamily="34" charset="-122"/>
                <a:ea typeface="微软雅黑" panose="020B0503020204020204" pitchFamily="34" charset="-122"/>
                <a:sym typeface="+mn-ea"/>
              </a:rPr>
              <a:t>RAG </a:t>
            </a:r>
            <a:r>
              <a:rPr lang="zh-CN" altLang="en-US" kern="100" dirty="0">
                <a:solidFill>
                  <a:srgbClr val="103380"/>
                </a:solidFill>
                <a:uFillTx/>
                <a:latin typeface="微软雅黑" panose="020B0503020204020204" pitchFamily="34" charset="-122"/>
                <a:ea typeface="微软雅黑" panose="020B0503020204020204" pitchFamily="34" charset="-122"/>
                <a:sym typeface="+mn-ea"/>
              </a:rPr>
              <a:t>问答模块技术实现（包含文档解析与切片策略、向量检索方案、生成融合机制）</a:t>
            </a:r>
            <a:endParaRPr lang="zh-CN" altLang="en-US" kern="100" dirty="0">
              <a:solidFill>
                <a:srgbClr val="103380"/>
              </a:solidFill>
              <a:uFillTx/>
              <a:latin typeface="微软雅黑" panose="020B0503020204020204" pitchFamily="34" charset="-122"/>
              <a:ea typeface="微软雅黑" panose="020B0503020204020204" pitchFamily="34" charset="-122"/>
              <a:sym typeface="+mn-ea"/>
            </a:endParaRPr>
          </a:p>
          <a:p>
            <a:pPr marL="342900" indent="-342900" algn="l" fontAlgn="auto">
              <a:lnSpc>
                <a:spcPct val="125000"/>
              </a:lnSpc>
              <a:spcBef>
                <a:spcPts val="0"/>
              </a:spcBef>
              <a:spcAft>
                <a:spcPts val="0"/>
              </a:spcAft>
              <a:buClrTx/>
              <a:buSzTx/>
              <a:buFont typeface="Wingdings" panose="05000000000000000000" charset="0"/>
              <a:buChar char="l"/>
            </a:pPr>
            <a:r>
              <a:rPr lang="zh-CN" altLang="en-US" kern="100" dirty="0">
                <a:solidFill>
                  <a:srgbClr val="103380"/>
                </a:solidFill>
                <a:uFillTx/>
                <a:latin typeface="微软雅黑" panose="020B0503020204020204" pitchFamily="34" charset="-122"/>
                <a:ea typeface="微软雅黑" panose="020B0503020204020204" pitchFamily="34" charset="-122"/>
                <a:sym typeface="+mn-ea"/>
              </a:rPr>
              <a:t>多源异构数据融合推理策略</a:t>
            </a:r>
            <a:r>
              <a:rPr lang="zh-CN" altLang="en-US" kern="100" dirty="0">
                <a:solidFill>
                  <a:srgbClr val="103380"/>
                </a:solidFill>
                <a:highlight>
                  <a:srgbClr val="FFFF00"/>
                </a:highlight>
                <a:uFillTx/>
                <a:latin typeface="微软雅黑" panose="020B0503020204020204" pitchFamily="34" charset="-122"/>
                <a:ea typeface="微软雅黑" panose="020B0503020204020204" pitchFamily="34" charset="-122"/>
                <a:sym typeface="+mn-ea"/>
              </a:rPr>
              <a:t>（结构化数据库与非结构化知识库的协同查询与结果整合）</a:t>
            </a:r>
            <a:r>
              <a:rPr lang="zh-CN" altLang="en-US" kern="100" dirty="0">
                <a:solidFill>
                  <a:srgbClr val="C00000"/>
                </a:solidFill>
                <a:highlight>
                  <a:srgbClr val="FFFF00"/>
                </a:highlight>
                <a:uFillTx/>
                <a:latin typeface="微软雅黑" panose="020B0503020204020204" pitchFamily="34" charset="-122"/>
                <a:ea typeface="微软雅黑" panose="020B0503020204020204" pitchFamily="34" charset="-122"/>
                <a:sym typeface="+mn-ea"/>
              </a:rPr>
              <a:t>（跨源要做好）</a:t>
            </a:r>
            <a:endParaRPr lang="zh-CN" altLang="en-US" kern="100" dirty="0">
              <a:solidFill>
                <a:srgbClr val="103380"/>
              </a:solidFill>
              <a:uFillTx/>
              <a:latin typeface="微软雅黑" panose="020B0503020204020204" pitchFamily="34" charset="-122"/>
              <a:ea typeface="微软雅黑" panose="020B0503020204020204" pitchFamily="34" charset="-122"/>
              <a:sym typeface="+mn-ea"/>
            </a:endParaRPr>
          </a:p>
          <a:p>
            <a:pPr marL="342900" indent="-342900" algn="l" fontAlgn="auto">
              <a:lnSpc>
                <a:spcPct val="125000"/>
              </a:lnSpc>
              <a:spcBef>
                <a:spcPts val="0"/>
              </a:spcBef>
              <a:spcAft>
                <a:spcPts val="0"/>
              </a:spcAft>
              <a:buClrTx/>
              <a:buSzTx/>
              <a:buFont typeface="Wingdings" panose="05000000000000000000" charset="0"/>
              <a:buChar char="l"/>
            </a:pPr>
            <a:r>
              <a:rPr lang="zh-CN" altLang="en-US" kern="100" dirty="0">
                <a:solidFill>
                  <a:srgbClr val="103380"/>
                </a:solidFill>
                <a:highlight>
                  <a:srgbClr val="FFFF00"/>
                </a:highlight>
                <a:uFillTx/>
                <a:latin typeface="微软雅黑" panose="020B0503020204020204" pitchFamily="34" charset="-122"/>
                <a:ea typeface="微软雅黑" panose="020B0503020204020204" pitchFamily="34" charset="-122"/>
                <a:sym typeface="+mn-ea"/>
              </a:rPr>
              <a:t>可解释性实现方案（包含推理链路追踪、数据来源标注、工具调用链可视化）</a:t>
            </a:r>
            <a:r>
              <a:rPr lang="zh-CN" altLang="en-US" kern="100" dirty="0">
                <a:solidFill>
                  <a:srgbClr val="C00000"/>
                </a:solidFill>
                <a:highlight>
                  <a:srgbClr val="FFFF00"/>
                </a:highlight>
                <a:uFillTx/>
                <a:latin typeface="微软雅黑" panose="020B0503020204020204" pitchFamily="34" charset="-122"/>
                <a:ea typeface="微软雅黑" panose="020B0503020204020204" pitchFamily="34" charset="-122"/>
                <a:sym typeface="+mn-ea"/>
              </a:rPr>
              <a:t>（展示链路优化）</a:t>
            </a:r>
            <a:endParaRPr lang="zh-CN" altLang="en-US" kern="100" dirty="0">
              <a:solidFill>
                <a:srgbClr val="103380"/>
              </a:solidFill>
              <a:highlight>
                <a:srgbClr val="FFFF00"/>
              </a:highlight>
              <a:uFillTx/>
              <a:latin typeface="微软雅黑" panose="020B0503020204020204" pitchFamily="34" charset="-122"/>
              <a:ea typeface="微软雅黑" panose="020B0503020204020204" pitchFamily="34" charset="-122"/>
              <a:sym typeface="+mn-ea"/>
            </a:endParaRPr>
          </a:p>
          <a:p>
            <a:pPr marL="342900" indent="-342900" algn="l" fontAlgn="auto">
              <a:lnSpc>
                <a:spcPct val="125000"/>
              </a:lnSpc>
              <a:spcBef>
                <a:spcPts val="0"/>
              </a:spcBef>
              <a:spcAft>
                <a:spcPts val="0"/>
              </a:spcAft>
              <a:buClrTx/>
              <a:buSzTx/>
              <a:buFont typeface="Wingdings" panose="05000000000000000000" charset="0"/>
              <a:buChar char="l"/>
            </a:pPr>
            <a:r>
              <a:rPr lang="zh-CN" altLang="en-US" kern="100" dirty="0">
                <a:solidFill>
                  <a:srgbClr val="103380"/>
                </a:solidFill>
                <a:uFillTx/>
                <a:latin typeface="微软雅黑" panose="020B0503020204020204" pitchFamily="34" charset="-122"/>
                <a:ea typeface="微软雅黑" panose="020B0503020204020204" pitchFamily="34" charset="-122"/>
                <a:sym typeface="+mn-ea"/>
              </a:rPr>
              <a:t>中级任务攻克方案详述</a:t>
            </a:r>
            <a:endParaRPr lang="zh-CN" altLang="en-US" kern="100" dirty="0">
              <a:solidFill>
                <a:srgbClr val="103380"/>
              </a:solidFill>
              <a:uFillTx/>
              <a:latin typeface="微软雅黑" panose="020B0503020204020204" pitchFamily="34" charset="-122"/>
              <a:ea typeface="微软雅黑" panose="020B0503020204020204" pitchFamily="34" charset="-122"/>
              <a:sym typeface="+mn-ea"/>
            </a:endParaRPr>
          </a:p>
          <a:p>
            <a:pPr marL="342900" indent="-342900" algn="l" fontAlgn="auto">
              <a:lnSpc>
                <a:spcPct val="125000"/>
              </a:lnSpc>
              <a:spcBef>
                <a:spcPts val="0"/>
              </a:spcBef>
              <a:spcAft>
                <a:spcPts val="0"/>
              </a:spcAft>
              <a:buClrTx/>
              <a:buSzTx/>
              <a:buFont typeface="Wingdings" panose="05000000000000000000" charset="0"/>
              <a:buChar char="l"/>
            </a:pPr>
            <a:r>
              <a:rPr lang="zh-CN" altLang="en-US" kern="100" dirty="0">
                <a:solidFill>
                  <a:srgbClr val="103380"/>
                </a:solidFill>
                <a:uFillTx/>
                <a:latin typeface="微软雅黑" panose="020B0503020204020204" pitchFamily="34" charset="-122"/>
                <a:ea typeface="微软雅黑" panose="020B0503020204020204" pitchFamily="34" charset="-122"/>
                <a:sym typeface="+mn-ea"/>
              </a:rPr>
              <a:t>系统测试与性能评估（包含测试数据集说明、评估指标定义、测试结果及分析）</a:t>
            </a:r>
            <a:endParaRPr lang="en-US" altLang="zh-CN" sz="2400" b="1" kern="100" dirty="0">
              <a:solidFill>
                <a:srgbClr val="103380"/>
              </a:solidFill>
              <a:uFillTx/>
              <a:latin typeface="微软雅黑" panose="020B0503020204020204" pitchFamily="34" charset="-122"/>
              <a:ea typeface="微软雅黑" panose="020B0503020204020204" pitchFamily="34" charset="-122"/>
              <a:sym typeface="+mn-ea"/>
            </a:endParaRPr>
          </a:p>
          <a:p>
            <a:pPr indent="0" algn="l" fontAlgn="auto">
              <a:lnSpc>
                <a:spcPct val="125000"/>
              </a:lnSpc>
              <a:spcBef>
                <a:spcPts val="0"/>
              </a:spcBef>
              <a:spcAft>
                <a:spcPts val="0"/>
              </a:spcAft>
              <a:buClrTx/>
              <a:buSzTx/>
              <a:buFont typeface="Wingdings" panose="05000000000000000000" charset="0"/>
              <a:buNone/>
            </a:pPr>
            <a:endParaRPr lang="en-US" altLang="zh-CN" sz="2000" b="1" kern="100" dirty="0">
              <a:solidFill>
                <a:srgbClr val="103380"/>
              </a:solidFill>
              <a:uFillTx/>
              <a:latin typeface="微软雅黑" panose="020B0503020204020204" pitchFamily="34" charset="-122"/>
              <a:ea typeface="微软雅黑" panose="020B0503020204020204" pitchFamily="34" charset="-122"/>
              <a:sym typeface="+mn-ea"/>
            </a:endParaRPr>
          </a:p>
          <a:p>
            <a:pPr indent="0" algn="l" fontAlgn="auto">
              <a:lnSpc>
                <a:spcPct val="125000"/>
              </a:lnSpc>
              <a:spcBef>
                <a:spcPts val="0"/>
              </a:spcBef>
              <a:spcAft>
                <a:spcPts val="0"/>
              </a:spcAft>
              <a:buClrTx/>
              <a:buSzTx/>
              <a:buFont typeface="Arial" panose="020B0604020202020204" pitchFamily="34" charset="0"/>
              <a:buNone/>
            </a:pPr>
            <a:endParaRPr lang="en-US" altLang="zh-CN" sz="2000" b="1" kern="100" dirty="0">
              <a:solidFill>
                <a:srgbClr val="103380"/>
              </a:solidFill>
              <a:uFillTx/>
              <a:latin typeface="微软雅黑" panose="020B0503020204020204" pitchFamily="34" charset="-122"/>
              <a:ea typeface="微软雅黑" panose="020B0503020204020204" pitchFamily="34" charset="-122"/>
              <a:sym typeface="+mn-e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t>初赛</a:t>
            </a:r>
            <a:r>
              <a:t>提交</a:t>
            </a:r>
          </a:p>
        </p:txBody>
      </p:sp>
      <p:sp>
        <p:nvSpPr>
          <p:cNvPr id="6" name="Text Box 3"/>
          <p:cNvSpPr txBox="1"/>
          <p:nvPr/>
        </p:nvSpPr>
        <p:spPr>
          <a:xfrm>
            <a:off x="200660" y="1043305"/>
            <a:ext cx="9161145" cy="3253740"/>
          </a:xfrm>
          <a:prstGeom prst="rect">
            <a:avLst/>
          </a:prstGeom>
          <a:noFill/>
        </p:spPr>
        <p:txBody>
          <a:bodyPr wrap="square" rtlCol="0">
            <a:noAutofit/>
          </a:bodyPr>
          <a:p>
            <a:pPr indent="0" algn="l" fontAlgn="auto">
              <a:lnSpc>
                <a:spcPct val="125000"/>
              </a:lnSpc>
              <a:spcBef>
                <a:spcPts val="0"/>
              </a:spcBef>
              <a:spcAft>
                <a:spcPts val="0"/>
              </a:spcAft>
              <a:buClrTx/>
              <a:buSzTx/>
              <a:buFont typeface="Wingdings" panose="05000000000000000000" charset="0"/>
              <a:buNone/>
            </a:pPr>
            <a:r>
              <a:rPr lang="zh-CN" altLang="en-US" sz="2000" kern="100" dirty="0">
                <a:solidFill>
                  <a:srgbClr val="103380"/>
                </a:solidFill>
                <a:uFillTx/>
                <a:latin typeface="微软雅黑" panose="020B0503020204020204" pitchFamily="34" charset="-122"/>
                <a:ea typeface="微软雅黑" panose="020B0503020204020204" pitchFamily="34" charset="-122"/>
                <a:sym typeface="+mn-ea"/>
              </a:rPr>
              <a:t>（3）技术数据:作品原始文件（</a:t>
            </a:r>
            <a:r>
              <a:rPr lang="en-US" altLang="zh-CN" sz="2000" kern="100" dirty="0">
                <a:solidFill>
                  <a:srgbClr val="103380"/>
                </a:solidFill>
                <a:uFillTx/>
                <a:latin typeface="微软雅黑" panose="020B0503020204020204" pitchFamily="34" charset="-122"/>
                <a:ea typeface="微软雅黑" panose="020B0503020204020204" pitchFamily="34" charset="-122"/>
                <a:sym typeface="+mn-ea"/>
              </a:rPr>
              <a:t>ZIP </a:t>
            </a:r>
            <a:r>
              <a:rPr lang="zh-CN" altLang="en-US" sz="2000" kern="100" dirty="0">
                <a:solidFill>
                  <a:srgbClr val="103380"/>
                </a:solidFill>
                <a:uFillTx/>
                <a:latin typeface="微软雅黑" panose="020B0503020204020204" pitchFamily="34" charset="-122"/>
                <a:ea typeface="微软雅黑" panose="020B0503020204020204" pitchFamily="34" charset="-122"/>
                <a:sym typeface="+mn-ea"/>
              </a:rPr>
              <a:t>数据包），应包含：</a:t>
            </a:r>
            <a:endParaRPr lang="zh-CN" altLang="en-US" sz="2000" kern="100" dirty="0">
              <a:solidFill>
                <a:srgbClr val="103380"/>
              </a:solidFill>
              <a:uFillTx/>
              <a:latin typeface="微软雅黑" panose="020B0503020204020204" pitchFamily="34" charset="-122"/>
              <a:ea typeface="微软雅黑" panose="020B0503020204020204" pitchFamily="34" charset="-122"/>
              <a:sym typeface="+mn-ea"/>
            </a:endParaRPr>
          </a:p>
          <a:p>
            <a:pPr indent="0" algn="l" fontAlgn="auto">
              <a:lnSpc>
                <a:spcPct val="125000"/>
              </a:lnSpc>
              <a:spcBef>
                <a:spcPts val="0"/>
              </a:spcBef>
              <a:spcAft>
                <a:spcPts val="0"/>
              </a:spcAft>
              <a:buClrTx/>
              <a:buSzTx/>
              <a:buFont typeface="Wingdings" panose="05000000000000000000" charset="0"/>
              <a:buNone/>
            </a:pPr>
            <a:r>
              <a:rPr lang="en-US" altLang="en-US" sz="2000" kern="100" dirty="0">
                <a:solidFill>
                  <a:srgbClr val="103380"/>
                </a:solidFill>
                <a:uFillTx/>
                <a:latin typeface="微软雅黑" panose="020B0503020204020204" pitchFamily="34" charset="-122"/>
                <a:ea typeface="微软雅黑" panose="020B0503020204020204" pitchFamily="34" charset="-122"/>
                <a:sym typeface="+mn-ea"/>
              </a:rPr>
              <a:t> </a:t>
            </a:r>
            <a:r>
              <a:rPr lang="zh-CN" altLang="en-US" sz="2000" kern="100" dirty="0">
                <a:solidFill>
                  <a:srgbClr val="103380"/>
                </a:solidFill>
                <a:uFillTx/>
                <a:latin typeface="微软雅黑" panose="020B0503020204020204" pitchFamily="34" charset="-122"/>
                <a:ea typeface="微软雅黑" panose="020B0503020204020204" pitchFamily="34" charset="-122"/>
                <a:sym typeface="+mn-ea"/>
              </a:rPr>
              <a:t>完整项目源代码（需包含清晰的目录结构说明和 </a:t>
            </a:r>
            <a:r>
              <a:rPr lang="en-US" altLang="zh-CN" sz="2000" kern="100" dirty="0">
                <a:solidFill>
                  <a:srgbClr val="103380"/>
                </a:solidFill>
                <a:uFillTx/>
                <a:latin typeface="微软雅黑" panose="020B0503020204020204" pitchFamily="34" charset="-122"/>
                <a:ea typeface="微软雅黑" panose="020B0503020204020204" pitchFamily="34" charset="-122"/>
                <a:sym typeface="+mn-ea"/>
              </a:rPr>
              <a:t>README </a:t>
            </a:r>
            <a:r>
              <a:rPr lang="zh-CN" altLang="en-US" sz="2000" kern="100" dirty="0">
                <a:solidFill>
                  <a:srgbClr val="103380"/>
                </a:solidFill>
                <a:uFillTx/>
                <a:latin typeface="微软雅黑" panose="020B0503020204020204" pitchFamily="34" charset="-122"/>
                <a:ea typeface="微软雅黑" panose="020B0503020204020204" pitchFamily="34" charset="-122"/>
                <a:sym typeface="+mn-ea"/>
              </a:rPr>
              <a:t>文件）</a:t>
            </a:r>
            <a:endParaRPr lang="zh-CN" altLang="en-US" sz="2000" kern="100" dirty="0">
              <a:solidFill>
                <a:srgbClr val="103380"/>
              </a:solidFill>
              <a:uFillTx/>
              <a:latin typeface="微软雅黑" panose="020B0503020204020204" pitchFamily="34" charset="-122"/>
              <a:ea typeface="微软雅黑" panose="020B0503020204020204" pitchFamily="34" charset="-122"/>
              <a:sym typeface="+mn-ea"/>
            </a:endParaRPr>
          </a:p>
          <a:p>
            <a:pPr indent="0" algn="l" fontAlgn="auto">
              <a:lnSpc>
                <a:spcPct val="125000"/>
              </a:lnSpc>
              <a:spcBef>
                <a:spcPts val="0"/>
              </a:spcBef>
              <a:spcAft>
                <a:spcPts val="0"/>
              </a:spcAft>
              <a:buClrTx/>
              <a:buSzTx/>
              <a:buFont typeface="Wingdings" panose="05000000000000000000" charset="0"/>
              <a:buNone/>
            </a:pPr>
            <a:r>
              <a:rPr lang="en-US" altLang="en-US" sz="2000" kern="100" dirty="0">
                <a:solidFill>
                  <a:srgbClr val="103380"/>
                </a:solidFill>
                <a:uFillTx/>
                <a:latin typeface="微软雅黑" panose="020B0503020204020204" pitchFamily="34" charset="-122"/>
                <a:ea typeface="微软雅黑" panose="020B0503020204020204" pitchFamily="34" charset="-122"/>
                <a:sym typeface="+mn-ea"/>
              </a:rPr>
              <a:t></a:t>
            </a:r>
            <a:r>
              <a:rPr lang="en-US" altLang="en-US" sz="2000" kern="100" dirty="0">
                <a:solidFill>
                  <a:srgbClr val="103380"/>
                </a:solidFill>
                <a:highlight>
                  <a:srgbClr val="FFFF00"/>
                </a:highlight>
                <a:uFillTx/>
                <a:latin typeface="微软雅黑" panose="020B0503020204020204" pitchFamily="34" charset="-122"/>
                <a:ea typeface="微软雅黑" panose="020B0503020204020204" pitchFamily="34" charset="-122"/>
                <a:sym typeface="+mn-ea"/>
              </a:rPr>
              <a:t> </a:t>
            </a:r>
            <a:r>
              <a:rPr lang="zh-CN" altLang="en-US" sz="2000" kern="100" dirty="0">
                <a:solidFill>
                  <a:srgbClr val="103380"/>
                </a:solidFill>
                <a:highlight>
                  <a:srgbClr val="FFFF00"/>
                </a:highlight>
                <a:uFillTx/>
                <a:latin typeface="微软雅黑" panose="020B0503020204020204" pitchFamily="34" charset="-122"/>
                <a:ea typeface="微软雅黑" panose="020B0503020204020204" pitchFamily="34" charset="-122"/>
                <a:sym typeface="+mn-ea"/>
              </a:rPr>
              <a:t>数据库 </a:t>
            </a:r>
            <a:r>
              <a:rPr lang="en-US" altLang="zh-CN" sz="2000" kern="100" dirty="0">
                <a:solidFill>
                  <a:srgbClr val="103380"/>
                </a:solidFill>
                <a:highlight>
                  <a:srgbClr val="FFFF00"/>
                </a:highlight>
                <a:uFillTx/>
                <a:latin typeface="微软雅黑" panose="020B0503020204020204" pitchFamily="34" charset="-122"/>
                <a:ea typeface="微软雅黑" panose="020B0503020204020204" pitchFamily="34" charset="-122"/>
                <a:sym typeface="+mn-ea"/>
              </a:rPr>
              <a:t>schema </a:t>
            </a:r>
            <a:r>
              <a:rPr lang="zh-CN" altLang="en-US" sz="2000" kern="100" dirty="0">
                <a:solidFill>
                  <a:srgbClr val="103380"/>
                </a:solidFill>
                <a:highlight>
                  <a:srgbClr val="FFFF00"/>
                </a:highlight>
                <a:uFillTx/>
                <a:latin typeface="微软雅黑" panose="020B0503020204020204" pitchFamily="34" charset="-122"/>
                <a:ea typeface="微软雅黑" panose="020B0503020204020204" pitchFamily="34" charset="-122"/>
                <a:sym typeface="+mn-ea"/>
              </a:rPr>
              <a:t>定义文件</a:t>
            </a:r>
            <a:r>
              <a:rPr lang="zh-CN" altLang="en-US" sz="2000" kern="100" dirty="0">
                <a:solidFill>
                  <a:srgbClr val="C00000"/>
                </a:solidFill>
                <a:highlight>
                  <a:srgbClr val="FFFF00"/>
                </a:highlight>
                <a:uFillTx/>
                <a:latin typeface="微软雅黑" panose="020B0503020204020204" pitchFamily="34" charset="-122"/>
                <a:ea typeface="微软雅黑" panose="020B0503020204020204" pitchFamily="34" charset="-122"/>
                <a:sym typeface="+mn-ea"/>
              </a:rPr>
              <a:t>（喜）</a:t>
            </a:r>
            <a:endParaRPr lang="zh-CN" altLang="en-US" sz="2000" kern="100" dirty="0">
              <a:solidFill>
                <a:srgbClr val="103380"/>
              </a:solidFill>
              <a:uFillTx/>
              <a:latin typeface="微软雅黑" panose="020B0503020204020204" pitchFamily="34" charset="-122"/>
              <a:ea typeface="微软雅黑" panose="020B0503020204020204" pitchFamily="34" charset="-122"/>
              <a:sym typeface="+mn-ea"/>
            </a:endParaRPr>
          </a:p>
          <a:p>
            <a:pPr indent="0" algn="l" fontAlgn="auto">
              <a:lnSpc>
                <a:spcPct val="125000"/>
              </a:lnSpc>
              <a:spcBef>
                <a:spcPts val="0"/>
              </a:spcBef>
              <a:spcAft>
                <a:spcPts val="0"/>
              </a:spcAft>
              <a:buClrTx/>
              <a:buSzTx/>
              <a:buFont typeface="Wingdings" panose="05000000000000000000" charset="0"/>
              <a:buNone/>
            </a:pPr>
            <a:r>
              <a:rPr lang="en-US" altLang="en-US" sz="2000" kern="100" dirty="0">
                <a:solidFill>
                  <a:srgbClr val="103380"/>
                </a:solidFill>
                <a:uFillTx/>
                <a:latin typeface="微软雅黑" panose="020B0503020204020204" pitchFamily="34" charset="-122"/>
                <a:ea typeface="微软雅黑" panose="020B0503020204020204" pitchFamily="34" charset="-122"/>
                <a:sym typeface="+mn-ea"/>
              </a:rPr>
              <a:t> </a:t>
            </a:r>
            <a:r>
              <a:rPr lang="zh-CN" altLang="en-US" sz="2000" kern="100" dirty="0">
                <a:solidFill>
                  <a:srgbClr val="103380"/>
                </a:solidFill>
                <a:uFillTx/>
                <a:latin typeface="微软雅黑" panose="020B0503020204020204" pitchFamily="34" charset="-122"/>
                <a:ea typeface="微软雅黑" panose="020B0503020204020204" pitchFamily="34" charset="-122"/>
                <a:sym typeface="+mn-ea"/>
              </a:rPr>
              <a:t>知识库文档样本（不少于 10 份，涵盖不同类型文档格式）</a:t>
            </a:r>
            <a:endParaRPr lang="zh-CN" altLang="en-US" sz="2000" kern="100" dirty="0">
              <a:solidFill>
                <a:srgbClr val="103380"/>
              </a:solidFill>
              <a:uFillTx/>
              <a:latin typeface="微软雅黑" panose="020B0503020204020204" pitchFamily="34" charset="-122"/>
              <a:ea typeface="微软雅黑" panose="020B0503020204020204" pitchFamily="34" charset="-122"/>
              <a:sym typeface="+mn-ea"/>
            </a:endParaRPr>
          </a:p>
          <a:p>
            <a:pPr indent="0" algn="l" fontAlgn="auto">
              <a:lnSpc>
                <a:spcPct val="125000"/>
              </a:lnSpc>
              <a:spcBef>
                <a:spcPts val="0"/>
              </a:spcBef>
              <a:spcAft>
                <a:spcPts val="0"/>
              </a:spcAft>
              <a:buClrTx/>
              <a:buSzTx/>
              <a:buFont typeface="Wingdings" panose="05000000000000000000" charset="0"/>
              <a:buNone/>
            </a:pPr>
            <a:r>
              <a:rPr lang="en-US" altLang="en-US" sz="2000" kern="100" dirty="0">
                <a:solidFill>
                  <a:srgbClr val="103380"/>
                </a:solidFill>
                <a:uFillTx/>
                <a:latin typeface="微软雅黑" panose="020B0503020204020204" pitchFamily="34" charset="-122"/>
                <a:ea typeface="微软雅黑" panose="020B0503020204020204" pitchFamily="34" charset="-122"/>
                <a:sym typeface="+mn-ea"/>
              </a:rPr>
              <a:t> </a:t>
            </a:r>
            <a:r>
              <a:rPr lang="zh-CN" altLang="en-US" sz="2000" kern="100" dirty="0">
                <a:solidFill>
                  <a:srgbClr val="103380"/>
                </a:solidFill>
                <a:uFillTx/>
                <a:latin typeface="微软雅黑" panose="020B0503020204020204" pitchFamily="34" charset="-122"/>
                <a:ea typeface="微软雅黑" panose="020B0503020204020204" pitchFamily="34" charset="-122"/>
                <a:sym typeface="+mn-ea"/>
              </a:rPr>
              <a:t>模型权重文件（若适用）</a:t>
            </a:r>
            <a:endParaRPr lang="zh-CN" altLang="en-US" sz="2000" kern="100" dirty="0">
              <a:solidFill>
                <a:srgbClr val="103380"/>
              </a:solidFill>
              <a:uFillTx/>
              <a:latin typeface="微软雅黑" panose="020B0503020204020204" pitchFamily="34" charset="-122"/>
              <a:ea typeface="微软雅黑" panose="020B0503020204020204" pitchFamily="34" charset="-122"/>
              <a:sym typeface="+mn-ea"/>
            </a:endParaRPr>
          </a:p>
          <a:p>
            <a:pPr indent="0" algn="l" fontAlgn="auto">
              <a:lnSpc>
                <a:spcPct val="125000"/>
              </a:lnSpc>
              <a:spcBef>
                <a:spcPts val="0"/>
              </a:spcBef>
              <a:spcAft>
                <a:spcPts val="0"/>
              </a:spcAft>
              <a:buClrTx/>
              <a:buSzTx/>
              <a:buFont typeface="Wingdings" panose="05000000000000000000" charset="0"/>
              <a:buNone/>
            </a:pPr>
            <a:r>
              <a:rPr lang="en-US" altLang="en-US" sz="2000" kern="100" dirty="0">
                <a:solidFill>
                  <a:srgbClr val="103380"/>
                </a:solidFill>
                <a:uFillTx/>
                <a:latin typeface="微软雅黑" panose="020B0503020204020204" pitchFamily="34" charset="-122"/>
                <a:ea typeface="微软雅黑" panose="020B0503020204020204" pitchFamily="34" charset="-122"/>
                <a:sym typeface="+mn-ea"/>
              </a:rPr>
              <a:t> </a:t>
            </a:r>
            <a:r>
              <a:rPr lang="zh-CN" altLang="en-US" sz="2000" kern="100" dirty="0">
                <a:solidFill>
                  <a:srgbClr val="103380"/>
                </a:solidFill>
                <a:uFillTx/>
                <a:latin typeface="微软雅黑" panose="020B0503020204020204" pitchFamily="34" charset="-122"/>
                <a:ea typeface="微软雅黑" panose="020B0503020204020204" pitchFamily="34" charset="-122"/>
                <a:sym typeface="+mn-ea"/>
              </a:rPr>
              <a:t>运行环境配置说明（包括依赖包列表及版本号）</a:t>
            </a:r>
            <a:endParaRPr lang="zh-CN" altLang="en-US" sz="2000" kern="100" dirty="0">
              <a:solidFill>
                <a:srgbClr val="103380"/>
              </a:solidFill>
              <a:uFillTx/>
              <a:latin typeface="微软雅黑" panose="020B0503020204020204" pitchFamily="34" charset="-122"/>
              <a:ea typeface="微软雅黑" panose="020B0503020204020204" pitchFamily="34" charset="-122"/>
              <a:sym typeface="+mn-ea"/>
            </a:endParaRPr>
          </a:p>
          <a:p>
            <a:pPr indent="0" algn="l" fontAlgn="auto">
              <a:lnSpc>
                <a:spcPct val="125000"/>
              </a:lnSpc>
              <a:spcBef>
                <a:spcPts val="0"/>
              </a:spcBef>
              <a:spcAft>
                <a:spcPts val="0"/>
              </a:spcAft>
              <a:buClrTx/>
              <a:buSzTx/>
              <a:buFont typeface="Wingdings" panose="05000000000000000000" charset="0"/>
              <a:buNone/>
            </a:pPr>
            <a:r>
              <a:rPr lang="en-US" altLang="en-US" sz="2000" kern="100" dirty="0">
                <a:solidFill>
                  <a:srgbClr val="103380"/>
                </a:solidFill>
                <a:uFillTx/>
                <a:latin typeface="微软雅黑" panose="020B0503020204020204" pitchFamily="34" charset="-122"/>
                <a:ea typeface="微软雅黑" panose="020B0503020204020204" pitchFamily="34" charset="-122"/>
                <a:sym typeface="+mn-ea"/>
              </a:rPr>
              <a:t> </a:t>
            </a:r>
            <a:r>
              <a:rPr lang="zh-CN" altLang="en-US" sz="2000" kern="100" dirty="0">
                <a:solidFill>
                  <a:srgbClr val="103380"/>
                </a:solidFill>
                <a:uFillTx/>
                <a:latin typeface="微软雅黑" panose="020B0503020204020204" pitchFamily="34" charset="-122"/>
                <a:ea typeface="微软雅黑" panose="020B0503020204020204" pitchFamily="34" charset="-122"/>
                <a:sym typeface="+mn-ea"/>
              </a:rPr>
              <a:t>可执行 </a:t>
            </a:r>
            <a:r>
              <a:rPr lang="en-US" altLang="zh-CN" sz="2000" kern="100" dirty="0">
                <a:solidFill>
                  <a:srgbClr val="103380"/>
                </a:solidFill>
                <a:uFillTx/>
                <a:latin typeface="微软雅黑" panose="020B0503020204020204" pitchFamily="34" charset="-122"/>
                <a:ea typeface="微软雅黑" panose="020B0503020204020204" pitchFamily="34" charset="-122"/>
                <a:sym typeface="+mn-ea"/>
              </a:rPr>
              <a:t>Demo </a:t>
            </a:r>
            <a:r>
              <a:rPr lang="zh-CN" altLang="en-US" sz="2000" kern="100" dirty="0">
                <a:solidFill>
                  <a:srgbClr val="103380"/>
                </a:solidFill>
                <a:uFillTx/>
                <a:latin typeface="微软雅黑" panose="020B0503020204020204" pitchFamily="34" charset="-122"/>
                <a:ea typeface="微软雅黑" panose="020B0503020204020204" pitchFamily="34" charset="-122"/>
                <a:sym typeface="+mn-ea"/>
              </a:rPr>
              <a:t>的快速启动脚本</a:t>
            </a:r>
            <a:endParaRPr lang="zh-CN" altLang="en-US" sz="2000" kern="100" dirty="0">
              <a:solidFill>
                <a:srgbClr val="103380"/>
              </a:solidFill>
              <a:uFillTx/>
              <a:latin typeface="微软雅黑" panose="020B0503020204020204" pitchFamily="34" charset="-122"/>
              <a:ea typeface="微软雅黑" panose="020B0503020204020204" pitchFamily="34" charset="-122"/>
              <a:sym typeface="+mn-ea"/>
            </a:endParaRPr>
          </a:p>
          <a:p>
            <a:pPr indent="0" algn="l" fontAlgn="auto">
              <a:lnSpc>
                <a:spcPct val="125000"/>
              </a:lnSpc>
              <a:spcBef>
                <a:spcPts val="0"/>
              </a:spcBef>
              <a:spcAft>
                <a:spcPts val="0"/>
              </a:spcAft>
              <a:buClrTx/>
              <a:buSzTx/>
              <a:buFont typeface="Wingdings" panose="05000000000000000000" charset="0"/>
              <a:buNone/>
            </a:pPr>
            <a:endParaRPr lang="en-US" altLang="zh-CN" sz="2000" b="1" kern="100" dirty="0">
              <a:solidFill>
                <a:srgbClr val="103380"/>
              </a:solidFill>
              <a:uFillTx/>
              <a:latin typeface="微软雅黑" panose="020B0503020204020204" pitchFamily="34" charset="-122"/>
              <a:ea typeface="微软雅黑" panose="020B0503020204020204" pitchFamily="34" charset="-122"/>
              <a:sym typeface="+mn-ea"/>
            </a:endParaRPr>
          </a:p>
          <a:p>
            <a:pPr indent="0" algn="l" fontAlgn="auto">
              <a:lnSpc>
                <a:spcPct val="125000"/>
              </a:lnSpc>
              <a:spcBef>
                <a:spcPts val="0"/>
              </a:spcBef>
              <a:spcAft>
                <a:spcPts val="0"/>
              </a:spcAft>
              <a:buClrTx/>
              <a:buSzTx/>
              <a:buFont typeface="Wingdings" panose="05000000000000000000" charset="0"/>
              <a:buNone/>
            </a:pPr>
            <a:endParaRPr lang="en-US" altLang="zh-CN" sz="2000" b="1" kern="100" dirty="0">
              <a:solidFill>
                <a:srgbClr val="103380"/>
              </a:solidFill>
              <a:uFillTx/>
              <a:latin typeface="微软雅黑" panose="020B0503020204020204" pitchFamily="34" charset="-122"/>
              <a:ea typeface="微软雅黑" panose="020B0503020204020204" pitchFamily="34" charset="-122"/>
              <a:sym typeface="+mn-ea"/>
            </a:endParaRPr>
          </a:p>
          <a:p>
            <a:pPr indent="0" algn="l" fontAlgn="auto">
              <a:lnSpc>
                <a:spcPct val="125000"/>
              </a:lnSpc>
              <a:spcBef>
                <a:spcPts val="0"/>
              </a:spcBef>
              <a:spcAft>
                <a:spcPts val="0"/>
              </a:spcAft>
              <a:buClrTx/>
              <a:buSzTx/>
              <a:buFont typeface="Arial" panose="020B0604020202020204" pitchFamily="34" charset="0"/>
              <a:buNone/>
            </a:pPr>
            <a:endParaRPr lang="en-US" altLang="zh-CN" sz="2000" b="1" kern="100" dirty="0">
              <a:solidFill>
                <a:srgbClr val="103380"/>
              </a:solidFill>
              <a:uFillTx/>
              <a:latin typeface="微软雅黑" panose="020B0503020204020204" pitchFamily="34" charset="-122"/>
              <a:ea typeface="微软雅黑" panose="020B0503020204020204" pitchFamily="34" charset="-122"/>
              <a:sym typeface="+mn-ea"/>
            </a:endParaRPr>
          </a:p>
        </p:txBody>
      </p:sp>
      <p:pic>
        <p:nvPicPr>
          <p:cNvPr id="3" name="图片 2"/>
          <p:cNvPicPr>
            <a:picLocks noChangeAspect="1"/>
          </p:cNvPicPr>
          <p:nvPr/>
        </p:nvPicPr>
        <p:blipFill>
          <a:blip r:embed="rId1"/>
          <a:stretch>
            <a:fillRect/>
          </a:stretch>
        </p:blipFill>
        <p:spPr>
          <a:xfrm>
            <a:off x="200660" y="3879215"/>
            <a:ext cx="6436995" cy="1083945"/>
          </a:xfrm>
          <a:prstGeom prst="rect">
            <a:avLst/>
          </a:prstGeom>
        </p:spPr>
      </p:pic>
      <p:pic>
        <p:nvPicPr>
          <p:cNvPr id="4" name="图片 3"/>
          <p:cNvPicPr>
            <a:picLocks noChangeAspect="1"/>
          </p:cNvPicPr>
          <p:nvPr/>
        </p:nvPicPr>
        <p:blipFill>
          <a:blip r:embed="rId2"/>
          <a:stretch>
            <a:fillRect/>
          </a:stretch>
        </p:blipFill>
        <p:spPr>
          <a:xfrm>
            <a:off x="6541770" y="3322320"/>
            <a:ext cx="5636260" cy="252920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p:cNvSpPr>
            <a:spLocks noGrp="1"/>
          </p:cNvSpPr>
          <p:nvPr>
            <p:ph type="body" sz="quarter" idx="11"/>
          </p:nvPr>
        </p:nvSpPr>
        <p:spPr/>
        <p:txBody>
          <a:bodyPr/>
          <a:lstStyle/>
          <a:p>
            <a:r>
              <a:rPr lang="zh-CN" altLang="en-US" sz="2000" b="1" dirty="0">
                <a:latin typeface="微软雅黑" panose="020B0503020204020204" pitchFamily="34" charset="-122"/>
              </a:rPr>
              <a:t>智能信息处理与通信技术省高校重点实验室</a:t>
            </a:r>
            <a:endParaRPr lang="zh-CN" altLang="en-US" sz="2000" b="1" dirty="0">
              <a:latin typeface="微软雅黑" panose="020B0503020204020204" pitchFamily="34" charset="-122"/>
            </a:endParaRPr>
          </a:p>
        </p:txBody>
      </p:sp>
      <p:sp>
        <p:nvSpPr>
          <p:cNvPr id="2" name="文本框 1"/>
          <p:cNvSpPr txBox="1"/>
          <p:nvPr/>
        </p:nvSpPr>
        <p:spPr>
          <a:xfrm>
            <a:off x="2810697" y="4688645"/>
            <a:ext cx="6600733" cy="1129665"/>
          </a:xfrm>
          <a:prstGeom prst="rect">
            <a:avLst/>
          </a:prstGeom>
          <a:noFill/>
        </p:spPr>
        <p:txBody>
          <a:bodyPr wrap="square">
            <a:spAutoFit/>
          </a:bodyPr>
          <a:lstStyle/>
          <a:p>
            <a:pPr algn="ctr">
              <a:lnSpc>
                <a:spcPct val="125000"/>
              </a:lnSpc>
            </a:pPr>
            <a:r>
              <a:rPr lang="zh-CN" altLang="en-US" b="1" dirty="0">
                <a:solidFill>
                  <a:srgbClr val="0361B4"/>
                </a:solidFill>
                <a:latin typeface="微软雅黑" panose="020B0503020204020204" pitchFamily="34" charset="-122"/>
                <a:ea typeface="微软雅黑" panose="020B0503020204020204" pitchFamily="34" charset="-122"/>
                <a:cs typeface="Times New Roman" panose="02020603050405020304" pitchFamily="18" charset="0"/>
              </a:rPr>
              <a:t>邮箱：</a:t>
            </a:r>
            <a:r>
              <a:rPr lang="en-US" altLang="zh-CN" dirty="0">
                <a:solidFill>
                  <a:srgbClr val="0361B4"/>
                </a:solidFill>
                <a:latin typeface="Times New Roman" panose="02020603050405020304" pitchFamily="18" charset="0"/>
                <a:cs typeface="Times New Roman" panose="02020603050405020304" pitchFamily="18" charset="0"/>
              </a:rPr>
              <a:t>1225013844@njupt.edu.cn</a:t>
            </a:r>
            <a:endParaRPr lang="en-US" altLang="zh-CN" dirty="0">
              <a:solidFill>
                <a:srgbClr val="0361B4"/>
              </a:solidFill>
              <a:latin typeface="Times New Roman" panose="02020603050405020304" pitchFamily="18" charset="0"/>
              <a:cs typeface="Times New Roman" panose="02020603050405020304" pitchFamily="18" charset="0"/>
            </a:endParaRPr>
          </a:p>
          <a:p>
            <a:pPr algn="ctr">
              <a:lnSpc>
                <a:spcPct val="125000"/>
              </a:lnSpc>
            </a:pPr>
            <a:endParaRPr lang="en-US" altLang="zh-CN" dirty="0">
              <a:solidFill>
                <a:srgbClr val="0361B4"/>
              </a:solidFill>
              <a:latin typeface="Times New Roman" panose="02020603050405020304" pitchFamily="18" charset="0"/>
              <a:cs typeface="Times New Roman" panose="02020603050405020304" pitchFamily="18" charset="0"/>
            </a:endParaRPr>
          </a:p>
          <a:p>
            <a:pPr algn="ctr">
              <a:lnSpc>
                <a:spcPct val="125000"/>
              </a:lnSpc>
            </a:pPr>
            <a:r>
              <a:rPr lang="zh-CN" altLang="en-US" b="1" dirty="0">
                <a:solidFill>
                  <a:srgbClr val="0361B4"/>
                </a:solidFill>
                <a:latin typeface="微软雅黑" panose="020B0503020204020204" pitchFamily="34" charset="-122"/>
                <a:ea typeface="微软雅黑" panose="020B0503020204020204" pitchFamily="34" charset="-122"/>
                <a:cs typeface="Times New Roman" panose="02020603050405020304" pitchFamily="18" charset="0"/>
              </a:rPr>
              <a:t>地址：南京市新模范马路</a:t>
            </a:r>
            <a:r>
              <a:rPr lang="en-US" altLang="zh-CN" b="1" dirty="0">
                <a:solidFill>
                  <a:srgbClr val="0361B4"/>
                </a:solidFill>
                <a:latin typeface="微软雅黑" panose="020B0503020204020204" pitchFamily="34" charset="-122"/>
                <a:ea typeface="微软雅黑" panose="020B0503020204020204" pitchFamily="34" charset="-122"/>
                <a:cs typeface="Times New Roman" panose="02020603050405020304" pitchFamily="18" charset="0"/>
              </a:rPr>
              <a:t>66</a:t>
            </a:r>
            <a:r>
              <a:rPr lang="zh-CN" altLang="en-US" b="1" dirty="0">
                <a:solidFill>
                  <a:srgbClr val="0361B4"/>
                </a:solidFill>
                <a:latin typeface="微软雅黑" panose="020B0503020204020204" pitchFamily="34" charset="-122"/>
                <a:ea typeface="微软雅黑" panose="020B0503020204020204" pitchFamily="34" charset="-122"/>
                <a:cs typeface="Times New Roman" panose="02020603050405020304" pitchFamily="18" charset="0"/>
              </a:rPr>
              <a:t>号南京邮电大学综合科研楼</a:t>
            </a:r>
            <a:r>
              <a:rPr lang="en-US" altLang="zh-CN" b="1" dirty="0">
                <a:solidFill>
                  <a:srgbClr val="0361B4"/>
                </a:solidFill>
                <a:latin typeface="微软雅黑" panose="020B0503020204020204" pitchFamily="34" charset="-122"/>
                <a:ea typeface="微软雅黑" panose="020B0503020204020204" pitchFamily="34" charset="-122"/>
                <a:cs typeface="Times New Roman" panose="02020603050405020304" pitchFamily="18" charset="0"/>
              </a:rPr>
              <a:t>15</a:t>
            </a:r>
            <a:r>
              <a:rPr lang="zh-CN" altLang="en-US" b="1" dirty="0">
                <a:solidFill>
                  <a:srgbClr val="0361B4"/>
                </a:solidFill>
                <a:latin typeface="微软雅黑" panose="020B0503020204020204" pitchFamily="34" charset="-122"/>
                <a:ea typeface="微软雅黑" panose="020B0503020204020204" pitchFamily="34" charset="-122"/>
                <a:cs typeface="Times New Roman" panose="02020603050405020304" pitchFamily="18" charset="0"/>
              </a:rPr>
              <a:t>楼</a:t>
            </a:r>
            <a:endParaRPr lang="en-US" altLang="zh-CN" b="1" dirty="0">
              <a:solidFill>
                <a:srgbClr val="0361B4"/>
              </a:solidFill>
              <a:latin typeface="微软雅黑" panose="020B0503020204020204" pitchFamily="34" charset="-122"/>
              <a:ea typeface="微软雅黑" panose="020B0503020204020204" pitchFamily="34" charset="-122"/>
              <a:cs typeface="Times New Roman" panose="02020603050405020304" pitchFamily="18" charset="0"/>
            </a:endParaRPr>
          </a:p>
        </p:txBody>
      </p:sp>
    </p:spTree>
  </p:cSld>
  <p:clrMapOvr>
    <a:masterClrMapping/>
  </p:clrMapOvr>
</p:sld>
</file>

<file path=ppt/tags/tag1.xml><?xml version="1.0" encoding="utf-8"?>
<p:tagLst xmlns:p="http://schemas.openxmlformats.org/presentationml/2006/main">
  <p:tag name="RESOURCE_RECORD_KEY" val="{&quot;10&quot;:[3506636,21556385]}"/>
</p:tagLst>
</file>

<file path=ppt/theme/theme1.xml><?xml version="1.0" encoding="utf-8"?>
<a:theme xmlns:a="http://schemas.openxmlformats.org/drawingml/2006/main" name="Office 主题​​">
  <a:themeElements>
    <a:clrScheme name="Office 主题​​">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7249</Words>
  <Application>WPS 演示</Application>
  <PresentationFormat>宽屏</PresentationFormat>
  <Paragraphs>338</Paragraphs>
  <Slides>17</Slides>
  <Notes>2</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17</vt:i4>
      </vt:variant>
    </vt:vector>
  </HeadingPairs>
  <TitlesOfParts>
    <vt:vector size="30" baseType="lpstr">
      <vt:lpstr>Arial</vt:lpstr>
      <vt:lpstr>宋体</vt:lpstr>
      <vt:lpstr>Wingdings</vt:lpstr>
      <vt:lpstr>微软雅黑</vt:lpstr>
      <vt:lpstr>楷体</vt:lpstr>
      <vt:lpstr>华文楷体</vt:lpstr>
      <vt:lpstr>Calibri</vt:lpstr>
      <vt:lpstr>等线</vt:lpstr>
      <vt:lpstr>Wingdings</vt:lpstr>
      <vt:lpstr>Times New Roman</vt:lpstr>
      <vt:lpstr>Arial Unicode MS</vt:lpstr>
      <vt:lpstr>MS PGothic</vt:lpstr>
      <vt:lpstr>Office 主题​​</vt:lpstr>
      <vt:lpstr>PowerPoint 演示文稿</vt:lpstr>
      <vt:lpstr>赛题原则</vt:lpstr>
      <vt:lpstr>场景定义</vt:lpstr>
      <vt:lpstr>核心用户与场景：</vt:lpstr>
      <vt:lpstr>数据集+测评集</vt:lpstr>
      <vt:lpstr>做的是什么</vt:lpstr>
      <vt:lpstr>现阶段分工</vt:lpstr>
      <vt:lpstr>中级任务</vt:lpstr>
      <vt:lpstr>阶段任务</vt:lpstr>
      <vt:lpstr>场景定义2</vt:lpstr>
      <vt:lpstr>会议-企业关注点</vt:lpstr>
      <vt:lpstr>会议-企业关注点</vt:lpstr>
      <vt:lpstr>现状</vt:lpstr>
      <vt:lpstr>选择与分工</vt:lpstr>
      <vt:lpstr>现状</vt:lpstr>
      <vt:lpstr>现状</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websys</dc:creator>
  <cp:lastModifiedBy>吕佳阳</cp:lastModifiedBy>
  <cp:revision>2293</cp:revision>
  <dcterms:created xsi:type="dcterms:W3CDTF">2017-10-12T12:27:00Z</dcterms:created>
  <dcterms:modified xsi:type="dcterms:W3CDTF">2026-10-09T11:35:46Z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2052-12.1.0.28043</vt:lpwstr>
  </property>
  <property fmtid="{D5CDD505-2E9C-101B-9397-08002B2CF9AE}" pid="3" name="KSORubyTemplateID">
    <vt:lpwstr>2</vt:lpwstr>
  </property>
  <property fmtid="{D5CDD505-2E9C-101B-9397-08002B2CF9AE}" pid="4" name="ICV">
    <vt:lpwstr>6A479E560DD34935BCAF30EE3B18C5A2_13</vt:lpwstr>
  </property>
</Properties>
</file>